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5240000" cy="9525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5A54"/>
    <a:srgbClr val="FFFFFF"/>
    <a:srgbClr val="34766D"/>
    <a:srgbClr val="C47870"/>
    <a:srgbClr val="5D9B91"/>
    <a:srgbClr val="2F5F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46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sv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矩形 337">
            <a:extLst>
              <a:ext uri="{FF2B5EF4-FFF2-40B4-BE49-F238E27FC236}">
                <a16:creationId xmlns:a16="http://schemas.microsoft.com/office/drawing/2014/main" id="{B2E6CB96-0542-433E-892A-22E26AE68256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350" b="1" i="0">
                <a:solidFill>
                  <a:srgbClr val="4F7FA8"/>
                </a:solidFill>
                <a:latin typeface="Arial"/>
                <a:ea typeface="Arial"/>
                <a:cs typeface="Arial"/>
              </a:defRPr>
            </a:pPr>
            <a:r>
              <a:rPr lang="en-US" sz="1350" b="1" dirty="0">
                <a:solidFill>
                  <a:srgbClr val="4F7FA8"/>
                </a:solidFill>
                <a:latin typeface="Arial"/>
                <a:ea typeface="Arial"/>
                <a:cs typeface="Arial"/>
              </a:rPr>
              <a:t>A.</a:t>
            </a:r>
            <a:endParaRPr sz="1350" b="1" i="0" dirty="0">
              <a:solidFill>
                <a:srgbClr val="4F7FA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375D492-9B0D-4A10-B790-A4662075EEDB}"/>
              </a:ext>
            </a:extLst>
          </p:cNvPr>
          <p:cNvSpPr>
            <a:spLocks noGrp="1"/>
          </p:cNvSpPr>
          <p:nvPr/>
        </p:nvSpPr>
        <p:spPr>
          <a:xfrm>
            <a:off x="781050" y="200025"/>
            <a:ext cx="847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725" b="1" i="0">
                <a:solidFill>
                  <a:srgbClr val="20374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03746"/>
                </a:solidFill>
                <a:latin typeface="Arial"/>
                <a:ea typeface="Arial"/>
                <a:cs typeface="Arial"/>
              </a:rPr>
              <a:t>Video evidence is assembled into competing, traceable candidate trajectories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53D8263-838E-4A7A-A2B2-D6356441382B}"/>
              </a:ext>
            </a:extLst>
          </p:cNvPr>
          <p:cNvSpPr>
            <a:spLocks noGrp="1"/>
          </p:cNvSpPr>
          <p:nvPr/>
        </p:nvSpPr>
        <p:spPr>
          <a:xfrm>
            <a:off x="9525000" y="219075"/>
            <a:ext cx="521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r">
              <a:defRPr sz="938" b="0" i="0">
                <a:solidFill>
                  <a:srgbClr val="5D707C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D707C"/>
                </a:solidFill>
                <a:latin typeface="Arial"/>
                <a:ea typeface="Arial"/>
                <a:cs typeface="Arial"/>
              </a:rPr>
              <a:t>Reference HR and candidate error remain outside inference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3F22742-CE54-4F1E-8314-80D5405D6099}"/>
              </a:ext>
            </a:extLst>
          </p:cNvPr>
          <p:cNvSpPr>
            <a:spLocks noGrp="1"/>
          </p:cNvSpPr>
          <p:nvPr/>
        </p:nvSpPr>
        <p:spPr>
          <a:xfrm>
            <a:off x="457200" y="609600"/>
            <a:ext cx="14287500" cy="11430"/>
          </a:xfrm>
          <a:prstGeom prst="rect">
            <a:avLst/>
          </a:prstGeom>
          <a:solidFill>
            <a:srgbClr val="D7E1E6"/>
          </a:solidFill>
          <a:ln w="0">
            <a:solidFill>
              <a:schemeClr val="tx2">
                <a:lumMod val="75000"/>
                <a:lumOff val="25000"/>
              </a:scheme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2AF0A05-144F-4C6D-919E-D1467A62CFFC}"/>
              </a:ext>
            </a:extLst>
          </p:cNvPr>
          <p:cNvSpPr>
            <a:spLocks noGrp="1"/>
          </p:cNvSpPr>
          <p:nvPr/>
        </p:nvSpPr>
        <p:spPr>
          <a:xfrm>
            <a:off x="552450" y="876300"/>
            <a:ext cx="3162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38" b="1" i="0">
                <a:solidFill>
                  <a:srgbClr val="203746"/>
                </a:solidFill>
                <a:latin typeface="Arial"/>
                <a:ea typeface="Arial"/>
                <a:cs typeface="Arial"/>
              </a:defRPr>
            </a:pPr>
            <a:r>
              <a:rPr sz="1238" b="1" i="0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Observable </a:t>
            </a:r>
            <a:r>
              <a:rPr lang="en-US" sz="1238" b="1" i="0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V</a:t>
            </a:r>
            <a:r>
              <a:rPr sz="1238" b="1" i="0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ideo </a:t>
            </a:r>
            <a:r>
              <a:rPr lang="en-US" sz="1238" b="1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E</a:t>
            </a:r>
            <a:r>
              <a:rPr sz="1238" b="1" i="0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vidence</a:t>
            </a:r>
          </a:p>
        </p:txBody>
      </p:sp>
      <p:pic>
        <p:nvPicPr>
          <p:cNvPr id="344" name="图片 343"/>
          <p:cNvPicPr>
            <a:picLocks noChangeAspect="1"/>
          </p:cNvPicPr>
          <p:nvPr/>
        </p:nvPicPr>
        <p:blipFill>
          <a:blip r:embed="rId3"/>
          <a:srcRect l="21429" r="21429"/>
          <a:stretch>
            <a:fillRect/>
          </a:stretch>
        </p:blipFill>
        <p:spPr>
          <a:xfrm>
            <a:off x="552450" y="1190625"/>
            <a:ext cx="424543" cy="742950"/>
          </a:xfrm>
          <a:prstGeom prst="rect">
            <a:avLst/>
          </a:prstGeom>
        </p:spPr>
      </p:pic>
      <p:pic>
        <p:nvPicPr>
          <p:cNvPr id="345" name="图片 344"/>
          <p:cNvPicPr>
            <a:picLocks noChangeAspect="1"/>
          </p:cNvPicPr>
          <p:nvPr/>
        </p:nvPicPr>
        <p:blipFill>
          <a:blip r:embed="rId4"/>
          <a:srcRect l="21429" r="21429"/>
          <a:stretch>
            <a:fillRect/>
          </a:stretch>
        </p:blipFill>
        <p:spPr>
          <a:xfrm>
            <a:off x="1015093" y="1190625"/>
            <a:ext cx="424543" cy="742950"/>
          </a:xfrm>
          <a:prstGeom prst="rect">
            <a:avLst/>
          </a:prstGeom>
        </p:spPr>
      </p:pic>
      <p:pic>
        <p:nvPicPr>
          <p:cNvPr id="346" name="图片 345"/>
          <p:cNvPicPr>
            <a:picLocks noChangeAspect="1"/>
          </p:cNvPicPr>
          <p:nvPr/>
        </p:nvPicPr>
        <p:blipFill>
          <a:blip r:embed="rId5"/>
          <a:srcRect l="21429" r="21429"/>
          <a:stretch>
            <a:fillRect/>
          </a:stretch>
        </p:blipFill>
        <p:spPr>
          <a:xfrm>
            <a:off x="1477736" y="1190625"/>
            <a:ext cx="424543" cy="742950"/>
          </a:xfrm>
          <a:prstGeom prst="rect">
            <a:avLst/>
          </a:prstGeom>
        </p:spPr>
      </p:pic>
      <p:pic>
        <p:nvPicPr>
          <p:cNvPr id="347" name="图片 346"/>
          <p:cNvPicPr>
            <a:picLocks noChangeAspect="1"/>
          </p:cNvPicPr>
          <p:nvPr/>
        </p:nvPicPr>
        <p:blipFill>
          <a:blip r:embed="rId6"/>
          <a:srcRect l="21429" r="21429"/>
          <a:stretch>
            <a:fillRect/>
          </a:stretch>
        </p:blipFill>
        <p:spPr>
          <a:xfrm>
            <a:off x="1940379" y="1190625"/>
            <a:ext cx="424543" cy="742950"/>
          </a:xfrm>
          <a:prstGeom prst="rect">
            <a:avLst/>
          </a:prstGeom>
        </p:spPr>
      </p:pic>
      <p:pic>
        <p:nvPicPr>
          <p:cNvPr id="348" name="图片 347"/>
          <p:cNvPicPr>
            <a:picLocks noChangeAspect="1"/>
          </p:cNvPicPr>
          <p:nvPr/>
        </p:nvPicPr>
        <p:blipFill>
          <a:blip r:embed="rId7"/>
          <a:srcRect l="21429" r="21429"/>
          <a:stretch>
            <a:fillRect/>
          </a:stretch>
        </p:blipFill>
        <p:spPr>
          <a:xfrm>
            <a:off x="2403021" y="1190625"/>
            <a:ext cx="424543" cy="742950"/>
          </a:xfrm>
          <a:prstGeom prst="rect">
            <a:avLst/>
          </a:prstGeom>
        </p:spPr>
      </p:pic>
      <p:pic>
        <p:nvPicPr>
          <p:cNvPr id="349" name="图片 348"/>
          <p:cNvPicPr>
            <a:picLocks noChangeAspect="1"/>
          </p:cNvPicPr>
          <p:nvPr/>
        </p:nvPicPr>
        <p:blipFill>
          <a:blip r:embed="rId8"/>
          <a:srcRect l="21429" r="21429"/>
          <a:stretch>
            <a:fillRect/>
          </a:stretch>
        </p:blipFill>
        <p:spPr>
          <a:xfrm>
            <a:off x="2865664" y="1190625"/>
            <a:ext cx="424543" cy="742950"/>
          </a:xfrm>
          <a:prstGeom prst="rect">
            <a:avLst/>
          </a:prstGeom>
        </p:spPr>
      </p:pic>
      <p:pic>
        <p:nvPicPr>
          <p:cNvPr id="350" name="图片 349"/>
          <p:cNvPicPr>
            <a:picLocks noChangeAspect="1"/>
          </p:cNvPicPr>
          <p:nvPr/>
        </p:nvPicPr>
        <p:blipFill>
          <a:blip r:embed="rId9"/>
          <a:srcRect l="21429" r="21429"/>
          <a:stretch>
            <a:fillRect/>
          </a:stretch>
        </p:blipFill>
        <p:spPr>
          <a:xfrm>
            <a:off x="3328307" y="1190625"/>
            <a:ext cx="424543" cy="74295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5A147FD9-0F3E-4BF9-9638-157E5DC90B92}"/>
              </a:ext>
            </a:extLst>
          </p:cNvPr>
          <p:cNvSpPr>
            <a:spLocks noGrp="1"/>
          </p:cNvSpPr>
          <p:nvPr/>
        </p:nvSpPr>
        <p:spPr>
          <a:xfrm>
            <a:off x="552450" y="1952625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660" b="0" i="0">
                <a:solidFill>
                  <a:srgbClr val="8797A1"/>
                </a:solidFill>
                <a:latin typeface="Arial"/>
                <a:ea typeface="Arial"/>
                <a:cs typeface="Arial"/>
              </a:defRPr>
            </a:pPr>
            <a:r>
              <a:rPr sz="660" b="0" i="0" dirty="0">
                <a:solidFill>
                  <a:srgbClr val="8797A1"/>
                </a:solidFill>
                <a:latin typeface="Arial"/>
                <a:ea typeface="Arial"/>
                <a:cs typeface="Arial"/>
              </a:rPr>
              <a:t>0s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915FDCD-A162-461E-AC4C-C57AD18BADDF}"/>
              </a:ext>
            </a:extLst>
          </p:cNvPr>
          <p:cNvSpPr>
            <a:spLocks noGrp="1"/>
          </p:cNvSpPr>
          <p:nvPr/>
        </p:nvSpPr>
        <p:spPr>
          <a:xfrm>
            <a:off x="1085850" y="1952625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660" b="0" i="0">
                <a:solidFill>
                  <a:srgbClr val="8797A1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8797A1"/>
                </a:solidFill>
                <a:latin typeface="Arial"/>
                <a:ea typeface="Arial"/>
                <a:cs typeface="Arial"/>
              </a:rPr>
              <a:t>4s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55E548D-7973-496B-A442-E4795BB6498A}"/>
              </a:ext>
            </a:extLst>
          </p:cNvPr>
          <p:cNvSpPr>
            <a:spLocks noGrp="1"/>
          </p:cNvSpPr>
          <p:nvPr/>
        </p:nvSpPr>
        <p:spPr>
          <a:xfrm>
            <a:off x="1619250" y="1952625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660" b="0" i="0">
                <a:solidFill>
                  <a:srgbClr val="8797A1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8797A1"/>
                </a:solidFill>
                <a:latin typeface="Arial"/>
                <a:ea typeface="Arial"/>
                <a:cs typeface="Arial"/>
              </a:rPr>
              <a:t>8s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94C2810-D568-4717-A687-2DC054BCD439}"/>
              </a:ext>
            </a:extLst>
          </p:cNvPr>
          <p:cNvSpPr>
            <a:spLocks noGrp="1"/>
          </p:cNvSpPr>
          <p:nvPr/>
        </p:nvSpPr>
        <p:spPr>
          <a:xfrm>
            <a:off x="2152650" y="1952625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660" b="0" i="0">
                <a:solidFill>
                  <a:srgbClr val="8797A1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8797A1"/>
                </a:solidFill>
                <a:latin typeface="Arial"/>
                <a:ea typeface="Arial"/>
                <a:cs typeface="Arial"/>
              </a:rPr>
              <a:t>12s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4537290-85D4-42F6-8BC7-EF9635494526}"/>
              </a:ext>
            </a:extLst>
          </p:cNvPr>
          <p:cNvSpPr>
            <a:spLocks noGrp="1"/>
          </p:cNvSpPr>
          <p:nvPr/>
        </p:nvSpPr>
        <p:spPr>
          <a:xfrm>
            <a:off x="2686050" y="1952625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660" b="0" i="0">
                <a:solidFill>
                  <a:srgbClr val="8797A1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8797A1"/>
                </a:solidFill>
                <a:latin typeface="Arial"/>
                <a:ea typeface="Arial"/>
                <a:cs typeface="Arial"/>
              </a:rPr>
              <a:t>16s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79A76AA-F6E0-4287-8A78-FB243EF3B1C1}"/>
              </a:ext>
            </a:extLst>
          </p:cNvPr>
          <p:cNvSpPr>
            <a:spLocks noGrp="1"/>
          </p:cNvSpPr>
          <p:nvPr/>
        </p:nvSpPr>
        <p:spPr>
          <a:xfrm>
            <a:off x="3219450" y="1952625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660" b="0" i="0">
                <a:solidFill>
                  <a:srgbClr val="8797A1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8797A1"/>
                </a:solidFill>
                <a:latin typeface="Arial"/>
                <a:ea typeface="Arial"/>
                <a:cs typeface="Arial"/>
              </a:rPr>
              <a:t>20s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1C6E822-C2E0-4E9E-8DEF-A52F2F6DCF86}"/>
              </a:ext>
            </a:extLst>
          </p:cNvPr>
          <p:cNvSpPr>
            <a:spLocks noGrp="1"/>
          </p:cNvSpPr>
          <p:nvPr/>
        </p:nvSpPr>
        <p:spPr>
          <a:xfrm>
            <a:off x="552450" y="2209800"/>
            <a:ext cx="1381125" cy="2143125"/>
          </a:xfrm>
          <a:prstGeom prst="rect">
            <a:avLst/>
          </a:prstGeom>
          <a:solidFill>
            <a:srgbClr val="FFFFFF"/>
          </a:solidFill>
          <a:ln w="7620">
            <a:solidFill>
              <a:srgbClr val="AFC1CA"/>
            </a:solidFill>
            <a:prstDash val="solid"/>
          </a:ln>
        </p:spPr>
      </p:sp>
      <p:pic>
        <p:nvPicPr>
          <p:cNvPr id="358" name="图片 357"/>
          <p:cNvPicPr>
            <a:picLocks noChangeAspect="1"/>
          </p:cNvPicPr>
          <p:nvPr/>
        </p:nvPicPr>
        <p:blipFill>
          <a:blip r:embed="rId5"/>
          <a:srcRect l="19139" r="19139"/>
          <a:stretch>
            <a:fillRect/>
          </a:stretch>
        </p:blipFill>
        <p:spPr>
          <a:xfrm>
            <a:off x="628650" y="2286000"/>
            <a:ext cx="1228725" cy="1990725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E2C0E807-9F28-49A7-BC7D-3EA88188D61F}"/>
              </a:ext>
            </a:extLst>
          </p:cNvPr>
          <p:cNvSpPr>
            <a:spLocks noGrp="1"/>
          </p:cNvSpPr>
          <p:nvPr/>
        </p:nvSpPr>
        <p:spPr>
          <a:xfrm>
            <a:off x="857250" y="2657475"/>
            <a:ext cx="762000" cy="914400"/>
          </a:xfrm>
          <a:prstGeom prst="rect">
            <a:avLst/>
          </a:prstGeom>
          <a:noFill/>
          <a:ln w="12383">
            <a:solidFill>
              <a:srgbClr val="5D9B91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109A641-9E42-47DA-934C-A9D6F97D95FE}"/>
              </a:ext>
            </a:extLst>
          </p:cNvPr>
          <p:cNvSpPr>
            <a:spLocks noGrp="1"/>
          </p:cNvSpPr>
          <p:nvPr/>
        </p:nvSpPr>
        <p:spPr>
          <a:xfrm>
            <a:off x="942975" y="2667000"/>
            <a:ext cx="590550" cy="238125"/>
          </a:xfrm>
          <a:prstGeom prst="rect">
            <a:avLst/>
          </a:prstGeom>
          <a:noFill/>
          <a:ln w="9525">
            <a:solidFill>
              <a:srgbClr val="4F7FA8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289B228-0DE1-4A75-9B18-AA81657B5824}"/>
              </a:ext>
            </a:extLst>
          </p:cNvPr>
          <p:cNvSpPr>
            <a:spLocks noGrp="1"/>
          </p:cNvSpPr>
          <p:nvPr/>
        </p:nvSpPr>
        <p:spPr>
          <a:xfrm>
            <a:off x="876300" y="3124200"/>
            <a:ext cx="266700" cy="257175"/>
          </a:xfrm>
          <a:prstGeom prst="rect">
            <a:avLst/>
          </a:prstGeom>
          <a:noFill/>
          <a:ln w="9525">
            <a:solidFill>
              <a:srgbClr val="5D9B91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3C86BA6-6183-405C-A2D3-CA25FE2CF642}"/>
              </a:ext>
            </a:extLst>
          </p:cNvPr>
          <p:cNvSpPr>
            <a:spLocks noGrp="1"/>
          </p:cNvSpPr>
          <p:nvPr/>
        </p:nvSpPr>
        <p:spPr>
          <a:xfrm>
            <a:off x="1343025" y="3124200"/>
            <a:ext cx="266700" cy="257175"/>
          </a:xfrm>
          <a:prstGeom prst="rect">
            <a:avLst/>
          </a:prstGeom>
          <a:noFill/>
          <a:ln w="9525">
            <a:solidFill>
              <a:srgbClr val="5D9B91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F46B456-3540-49FD-99F0-0872D4124E3A}"/>
              </a:ext>
            </a:extLst>
          </p:cNvPr>
          <p:cNvSpPr>
            <a:spLocks noGrp="1"/>
          </p:cNvSpPr>
          <p:nvPr/>
        </p:nvSpPr>
        <p:spPr>
          <a:xfrm>
            <a:off x="647700" y="4400550"/>
            <a:ext cx="1200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795" b="1" i="0">
                <a:solidFill>
                  <a:srgbClr val="34766D"/>
                </a:solidFill>
                <a:latin typeface="Arial"/>
                <a:ea typeface="Arial"/>
                <a:cs typeface="Arial"/>
              </a:defRPr>
            </a:pPr>
            <a:r>
              <a:rPr lang="en-US" sz="795" b="1" dirty="0">
                <a:solidFill>
                  <a:srgbClr val="34766D"/>
                </a:solidFill>
                <a:latin typeface="Arial"/>
                <a:ea typeface="Arial"/>
                <a:cs typeface="Arial"/>
              </a:rPr>
              <a:t>F</a:t>
            </a:r>
            <a:r>
              <a:rPr sz="795" b="1" i="0" dirty="0">
                <a:solidFill>
                  <a:srgbClr val="34766D"/>
                </a:solidFill>
                <a:latin typeface="Arial"/>
                <a:ea typeface="Arial"/>
                <a:cs typeface="Arial"/>
              </a:rPr>
              <a:t>ace / </a:t>
            </a:r>
            <a:r>
              <a:rPr lang="en-US" sz="795" b="1" i="0" dirty="0">
                <a:solidFill>
                  <a:srgbClr val="34766D"/>
                </a:solidFill>
                <a:latin typeface="Arial"/>
                <a:ea typeface="Arial"/>
                <a:cs typeface="Arial"/>
              </a:rPr>
              <a:t>R</a:t>
            </a:r>
            <a:r>
              <a:rPr sz="795" b="1" i="0" dirty="0">
                <a:solidFill>
                  <a:srgbClr val="34766D"/>
                </a:solidFill>
                <a:latin typeface="Arial"/>
                <a:ea typeface="Arial"/>
                <a:cs typeface="Arial"/>
              </a:rPr>
              <a:t>egional </a:t>
            </a:r>
            <a:r>
              <a:rPr lang="en-US" sz="795" b="1" dirty="0">
                <a:solidFill>
                  <a:srgbClr val="34766D"/>
                </a:solidFill>
                <a:latin typeface="Arial"/>
                <a:ea typeface="Arial"/>
                <a:cs typeface="Arial"/>
              </a:rPr>
              <a:t>S</a:t>
            </a:r>
            <a:r>
              <a:rPr sz="795" b="1" i="0" dirty="0">
                <a:solidFill>
                  <a:srgbClr val="34766D"/>
                </a:solidFill>
                <a:latin typeface="Arial"/>
                <a:ea typeface="Arial"/>
                <a:cs typeface="Arial"/>
              </a:rPr>
              <a:t>upport</a:t>
            </a:r>
          </a:p>
        </p:txBody>
      </p:sp>
      <p:pic>
        <p:nvPicPr>
          <p:cNvPr id="364" name="图形 36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2143125" y="2266950"/>
            <a:ext cx="304800" cy="304800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D2DACE69-8A40-4DAC-9B3F-D7E75154CEE2}"/>
              </a:ext>
            </a:extLst>
          </p:cNvPr>
          <p:cNvSpPr>
            <a:spLocks noGrp="1"/>
          </p:cNvSpPr>
          <p:nvPr/>
        </p:nvSpPr>
        <p:spPr>
          <a:xfrm>
            <a:off x="2524125" y="2266950"/>
            <a:ext cx="1219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30" b="1" i="0">
                <a:solidFill>
                  <a:srgbClr val="203746"/>
                </a:solidFill>
                <a:latin typeface="Arial"/>
                <a:ea typeface="Arial"/>
                <a:cs typeface="Arial"/>
              </a:defRPr>
            </a:pPr>
            <a:r>
              <a:rPr lang="en-US" sz="930" b="1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T</a:t>
            </a:r>
            <a:r>
              <a:rPr sz="930" b="1" i="0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emporal </a:t>
            </a:r>
            <a:r>
              <a:rPr lang="en-US" sz="930" b="1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T</a:t>
            </a:r>
            <a:r>
              <a:rPr sz="930" b="1" i="0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race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FE07C18-172E-4BD4-8CE1-1EFD72728E02}"/>
              </a:ext>
            </a:extLst>
          </p:cNvPr>
          <p:cNvSpPr>
            <a:spLocks noGrp="1"/>
          </p:cNvSpPr>
          <p:nvPr/>
        </p:nvSpPr>
        <p:spPr>
          <a:xfrm>
            <a:off x="2143125" y="3181350"/>
            <a:ext cx="1619250" cy="9525"/>
          </a:xfrm>
          <a:prstGeom prst="rect">
            <a:avLst/>
          </a:prstGeom>
          <a:solidFill>
            <a:srgbClr val="D7E1E6"/>
          </a:solidFill>
          <a:ln w="0">
            <a:solidFill>
              <a:srgbClr val="D7E1E6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DB0811F-7CC9-4747-9DD4-EB349C4DAF1B}"/>
              </a:ext>
            </a:extLst>
          </p:cNvPr>
          <p:cNvSpPr>
            <a:spLocks noGrp="1"/>
          </p:cNvSpPr>
          <p:nvPr/>
        </p:nvSpPr>
        <p:spPr>
          <a:xfrm>
            <a:off x="2143125" y="32956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30" b="1" i="0">
                <a:solidFill>
                  <a:srgbClr val="203746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930" b="1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S</a:t>
            </a:r>
            <a:r>
              <a:rPr sz="930" b="1" i="0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pectral </a:t>
            </a:r>
            <a:r>
              <a:rPr lang="en-US" sz="930" b="1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T</a:t>
            </a:r>
            <a:r>
              <a:rPr sz="930" b="1" i="0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race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87F7147-5B15-470D-87AA-B1DC17ECE8E3}"/>
              </a:ext>
            </a:extLst>
          </p:cNvPr>
          <p:cNvSpPr>
            <a:spLocks noGrp="1"/>
          </p:cNvSpPr>
          <p:nvPr/>
        </p:nvSpPr>
        <p:spPr>
          <a:xfrm>
            <a:off x="2143125" y="4025646"/>
            <a:ext cx="146050" cy="89154"/>
          </a:xfrm>
          <a:prstGeom prst="rect">
            <a:avLst/>
          </a:prstGeom>
          <a:solidFill>
            <a:srgbClr val="4F7FA8"/>
          </a:solidFill>
          <a:ln w="0">
            <a:solidFill>
              <a:srgbClr val="4F7FA8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55859F9-5461-4248-A4EE-73216948CBFC}"/>
              </a:ext>
            </a:extLst>
          </p:cNvPr>
          <p:cNvSpPr>
            <a:spLocks noGrp="1"/>
          </p:cNvSpPr>
          <p:nvPr/>
        </p:nvSpPr>
        <p:spPr>
          <a:xfrm>
            <a:off x="2327275" y="3961257"/>
            <a:ext cx="146050" cy="153543"/>
          </a:xfrm>
          <a:prstGeom prst="rect">
            <a:avLst/>
          </a:prstGeom>
          <a:solidFill>
            <a:srgbClr val="4F7FA8"/>
          </a:solidFill>
          <a:ln w="0">
            <a:solidFill>
              <a:srgbClr val="4F7FA8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77B1C09-612C-4C6D-95AC-32E5324E6804}"/>
              </a:ext>
            </a:extLst>
          </p:cNvPr>
          <p:cNvSpPr>
            <a:spLocks noGrp="1"/>
          </p:cNvSpPr>
          <p:nvPr/>
        </p:nvSpPr>
        <p:spPr>
          <a:xfrm>
            <a:off x="2511425" y="3832479"/>
            <a:ext cx="146050" cy="282321"/>
          </a:xfrm>
          <a:prstGeom prst="rect">
            <a:avLst/>
          </a:prstGeom>
          <a:solidFill>
            <a:srgbClr val="4F7FA8"/>
          </a:solidFill>
          <a:ln w="0">
            <a:solidFill>
              <a:srgbClr val="4F7FA8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3665401-FE3A-4B1D-BCB6-63A709823C0F}"/>
              </a:ext>
            </a:extLst>
          </p:cNvPr>
          <p:cNvSpPr>
            <a:spLocks noGrp="1"/>
          </p:cNvSpPr>
          <p:nvPr/>
        </p:nvSpPr>
        <p:spPr>
          <a:xfrm>
            <a:off x="2695575" y="3669030"/>
            <a:ext cx="146050" cy="445770"/>
          </a:xfrm>
          <a:prstGeom prst="rect">
            <a:avLst/>
          </a:prstGeom>
          <a:solidFill>
            <a:srgbClr val="5D9B91"/>
          </a:solidFill>
          <a:ln w="0">
            <a:solidFill>
              <a:srgbClr val="5D9B91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50FC80B-1DF1-4702-9BFA-ED8C33399E66}"/>
              </a:ext>
            </a:extLst>
          </p:cNvPr>
          <p:cNvSpPr>
            <a:spLocks noGrp="1"/>
          </p:cNvSpPr>
          <p:nvPr/>
        </p:nvSpPr>
        <p:spPr>
          <a:xfrm>
            <a:off x="2879725" y="3862197"/>
            <a:ext cx="146050" cy="252603"/>
          </a:xfrm>
          <a:prstGeom prst="rect">
            <a:avLst/>
          </a:prstGeom>
          <a:solidFill>
            <a:srgbClr val="4F7FA8"/>
          </a:solidFill>
          <a:ln w="0">
            <a:solidFill>
              <a:srgbClr val="4F7FA8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AC8C22B-B42A-49F4-8489-0E36BAD86FF3}"/>
              </a:ext>
            </a:extLst>
          </p:cNvPr>
          <p:cNvSpPr>
            <a:spLocks noGrp="1"/>
          </p:cNvSpPr>
          <p:nvPr/>
        </p:nvSpPr>
        <p:spPr>
          <a:xfrm>
            <a:off x="3063875" y="3976116"/>
            <a:ext cx="146050" cy="138684"/>
          </a:xfrm>
          <a:prstGeom prst="rect">
            <a:avLst/>
          </a:prstGeom>
          <a:solidFill>
            <a:srgbClr val="4F7FA8"/>
          </a:solidFill>
          <a:ln w="0">
            <a:solidFill>
              <a:srgbClr val="4F7FA8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C67A2F2-F6B5-4549-ADD0-098370B30961}"/>
              </a:ext>
            </a:extLst>
          </p:cNvPr>
          <p:cNvSpPr>
            <a:spLocks noGrp="1"/>
          </p:cNvSpPr>
          <p:nvPr/>
        </p:nvSpPr>
        <p:spPr>
          <a:xfrm>
            <a:off x="3248025" y="3758184"/>
            <a:ext cx="146050" cy="356616"/>
          </a:xfrm>
          <a:prstGeom prst="rect">
            <a:avLst/>
          </a:prstGeom>
          <a:solidFill>
            <a:srgbClr val="B28E56"/>
          </a:solidFill>
          <a:ln w="0">
            <a:solidFill>
              <a:srgbClr val="B28E56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39E4737-EAEF-4557-8323-36AAB8B5D86A}"/>
              </a:ext>
            </a:extLst>
          </p:cNvPr>
          <p:cNvSpPr>
            <a:spLocks noGrp="1"/>
          </p:cNvSpPr>
          <p:nvPr/>
        </p:nvSpPr>
        <p:spPr>
          <a:xfrm>
            <a:off x="3432175" y="3901821"/>
            <a:ext cx="146050" cy="212979"/>
          </a:xfrm>
          <a:prstGeom prst="rect">
            <a:avLst/>
          </a:prstGeom>
          <a:solidFill>
            <a:srgbClr val="4F7FA8"/>
          </a:solidFill>
          <a:ln w="0">
            <a:solidFill>
              <a:srgbClr val="4F7FA8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BC76A620-313D-4B19-86D7-6FC1EF56D1CD}"/>
              </a:ext>
            </a:extLst>
          </p:cNvPr>
          <p:cNvSpPr>
            <a:spLocks noGrp="1"/>
          </p:cNvSpPr>
          <p:nvPr/>
        </p:nvSpPr>
        <p:spPr>
          <a:xfrm>
            <a:off x="3616325" y="4005834"/>
            <a:ext cx="146050" cy="108966"/>
          </a:xfrm>
          <a:prstGeom prst="rect">
            <a:avLst/>
          </a:prstGeom>
          <a:solidFill>
            <a:srgbClr val="4F7FA8"/>
          </a:solidFill>
          <a:ln w="0">
            <a:solidFill>
              <a:srgbClr val="4F7FA8"/>
            </a:solidFill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2800D18-2AF1-4E97-B3CD-CE861ACC1749}"/>
              </a:ext>
            </a:extLst>
          </p:cNvPr>
          <p:cNvSpPr>
            <a:spLocks noGrp="1"/>
          </p:cNvSpPr>
          <p:nvPr/>
        </p:nvSpPr>
        <p:spPr>
          <a:xfrm>
            <a:off x="2143125" y="4229100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773" b="1" i="0">
                <a:solidFill>
                  <a:srgbClr val="2F5F85"/>
                </a:solidFill>
                <a:latin typeface="Arial"/>
                <a:ea typeface="Arial"/>
                <a:cs typeface="Arial"/>
              </a:defRPr>
            </a:pPr>
            <a:r>
              <a:rPr sz="773" b="1" i="0">
                <a:solidFill>
                  <a:srgbClr val="2F5F85"/>
                </a:solidFill>
                <a:latin typeface="Arial"/>
                <a:ea typeface="Arial"/>
                <a:cs typeface="Arial"/>
              </a:rPr>
              <a:t>observable evidence remains visible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4EA81BB1-FDA1-4B9B-90B9-E147B03066AF}"/>
              </a:ext>
            </a:extLst>
          </p:cNvPr>
          <p:cNvSpPr>
            <a:spLocks noGrp="1"/>
          </p:cNvSpPr>
          <p:nvPr/>
        </p:nvSpPr>
        <p:spPr>
          <a:xfrm>
            <a:off x="4114800" y="876300"/>
            <a:ext cx="2552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38" b="1" i="0">
                <a:solidFill>
                  <a:srgbClr val="203746"/>
                </a:solidFill>
                <a:latin typeface="Arial"/>
                <a:ea typeface="Arial"/>
                <a:cs typeface="Arial"/>
              </a:defRPr>
            </a:pPr>
            <a:r>
              <a:rPr sz="1238" b="1" i="0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Candidate-</a:t>
            </a:r>
            <a:r>
              <a:rPr lang="en-US" sz="1238" b="1" i="0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G</a:t>
            </a:r>
            <a:r>
              <a:rPr sz="1238" b="1" i="0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eneration </a:t>
            </a:r>
            <a:r>
              <a:rPr lang="en-US" sz="1238" b="1" i="0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R</a:t>
            </a:r>
            <a:r>
              <a:rPr sz="1238" b="1" i="0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outes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4ACD709-23EA-4B19-8707-B186A9982B4F}"/>
              </a:ext>
            </a:extLst>
          </p:cNvPr>
          <p:cNvSpPr>
            <a:spLocks noGrp="1"/>
          </p:cNvSpPr>
          <p:nvPr/>
        </p:nvSpPr>
        <p:spPr>
          <a:xfrm>
            <a:off x="4114800" y="1141715"/>
            <a:ext cx="2552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780" b="0" i="0">
                <a:solidFill>
                  <a:srgbClr val="5D707C"/>
                </a:solidFill>
                <a:latin typeface="Arial"/>
                <a:ea typeface="Arial"/>
                <a:cs typeface="Arial"/>
              </a:defRPr>
            </a:pPr>
            <a:r>
              <a:rPr sz="780" b="0" i="0" dirty="0">
                <a:solidFill>
                  <a:srgbClr val="5D707C"/>
                </a:solidFill>
                <a:latin typeface="Arial"/>
                <a:ea typeface="Arial"/>
                <a:cs typeface="Arial"/>
              </a:rPr>
              <a:t>Each route preserves value, support and source identity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22D99E7-3C38-4C58-B4D6-B3114D9D9FC6}"/>
              </a:ext>
            </a:extLst>
          </p:cNvPr>
          <p:cNvSpPr>
            <a:spLocks noGrp="1"/>
          </p:cNvSpPr>
          <p:nvPr/>
        </p:nvSpPr>
        <p:spPr>
          <a:xfrm>
            <a:off x="4152900" y="1695450"/>
            <a:ext cx="95250" cy="95250"/>
          </a:xfrm>
          <a:prstGeom prst="rect">
            <a:avLst/>
          </a:prstGeom>
          <a:solidFill>
            <a:srgbClr val="FFFFFF"/>
          </a:solidFill>
          <a:ln w="7620">
            <a:solidFill>
              <a:srgbClr val="5D9B91"/>
            </a:solidFill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A834637-739A-46B1-B943-9F47F0CE3411}"/>
              </a:ext>
            </a:extLst>
          </p:cNvPr>
          <p:cNvSpPr>
            <a:spLocks noGrp="1"/>
          </p:cNvSpPr>
          <p:nvPr/>
        </p:nvSpPr>
        <p:spPr>
          <a:xfrm>
            <a:off x="4286250" y="1695450"/>
            <a:ext cx="95250" cy="95250"/>
          </a:xfrm>
          <a:prstGeom prst="rect">
            <a:avLst/>
          </a:prstGeom>
          <a:solidFill>
            <a:srgbClr val="FFFFFF"/>
          </a:solidFill>
          <a:ln w="7620">
            <a:solidFill>
              <a:srgbClr val="5D9B91"/>
            </a:solidFill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465453F3-EBCE-4249-A857-11CA710507E9}"/>
              </a:ext>
            </a:extLst>
          </p:cNvPr>
          <p:cNvSpPr>
            <a:spLocks noGrp="1"/>
          </p:cNvSpPr>
          <p:nvPr/>
        </p:nvSpPr>
        <p:spPr>
          <a:xfrm>
            <a:off x="4419600" y="1695450"/>
            <a:ext cx="95250" cy="95250"/>
          </a:xfrm>
          <a:prstGeom prst="rect">
            <a:avLst/>
          </a:prstGeom>
          <a:solidFill>
            <a:srgbClr val="FFFFFF"/>
          </a:solidFill>
          <a:ln w="7620">
            <a:solidFill>
              <a:srgbClr val="5D9B91"/>
            </a:solidFill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1705323-3B11-4074-9CFE-5F6EA76DD964}"/>
              </a:ext>
            </a:extLst>
          </p:cNvPr>
          <p:cNvSpPr>
            <a:spLocks noGrp="1"/>
          </p:cNvSpPr>
          <p:nvPr/>
        </p:nvSpPr>
        <p:spPr>
          <a:xfrm>
            <a:off x="4219575" y="1828800"/>
            <a:ext cx="95250" cy="95250"/>
          </a:xfrm>
          <a:prstGeom prst="rect">
            <a:avLst/>
          </a:prstGeom>
          <a:solidFill>
            <a:srgbClr val="5D9B91"/>
          </a:solidFill>
          <a:ln w="7620">
            <a:solidFill>
              <a:srgbClr val="5D9B91"/>
            </a:solidFill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D8638CD2-FCA1-4815-B03A-7B365857EFCB}"/>
              </a:ext>
            </a:extLst>
          </p:cNvPr>
          <p:cNvSpPr>
            <a:spLocks noGrp="1"/>
          </p:cNvSpPr>
          <p:nvPr/>
        </p:nvSpPr>
        <p:spPr>
          <a:xfrm>
            <a:off x="4352925" y="1828800"/>
            <a:ext cx="95250" cy="95250"/>
          </a:xfrm>
          <a:prstGeom prst="rect">
            <a:avLst/>
          </a:prstGeom>
          <a:solidFill>
            <a:srgbClr val="FFFFFF"/>
          </a:solidFill>
          <a:ln w="7620">
            <a:solidFill>
              <a:srgbClr val="5D9B91"/>
            </a:solidFill>
            <a:prstDash val="solid"/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304E1A3-E416-43A9-996C-52A1C23E04B0}"/>
              </a:ext>
            </a:extLst>
          </p:cNvPr>
          <p:cNvSpPr>
            <a:spLocks noGrp="1"/>
          </p:cNvSpPr>
          <p:nvPr/>
        </p:nvSpPr>
        <p:spPr>
          <a:xfrm>
            <a:off x="4686300" y="1581150"/>
            <a:ext cx="1790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98" b="1" i="0">
                <a:solidFill>
                  <a:srgbClr val="203746"/>
                </a:solidFill>
                <a:latin typeface="Arial"/>
                <a:ea typeface="Arial"/>
                <a:cs typeface="Arial"/>
              </a:defRPr>
            </a:pPr>
            <a:r>
              <a:rPr lang="en-US" sz="998" b="1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R</a:t>
            </a:r>
            <a:r>
              <a:rPr sz="998" b="1" i="0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egional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4E3396F-E4B8-44BE-94F3-8CECA7DCCF6E}"/>
              </a:ext>
            </a:extLst>
          </p:cNvPr>
          <p:cNvSpPr>
            <a:spLocks noGrp="1"/>
          </p:cNvSpPr>
          <p:nvPr/>
        </p:nvSpPr>
        <p:spPr>
          <a:xfrm>
            <a:off x="4686300" y="180022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713" b="0" i="0">
                <a:solidFill>
                  <a:srgbClr val="5D707C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5D707C"/>
                </a:solidFill>
                <a:latin typeface="Arial"/>
                <a:ea typeface="Arial"/>
                <a:cs typeface="Arial"/>
              </a:rPr>
              <a:t>dense ROI / local spectra</a:t>
            </a:r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729071D9-7B5D-43E1-8470-FE71B41AA16F}"/>
              </a:ext>
            </a:extLst>
          </p:cNvPr>
          <p:cNvSpPr>
            <a:spLocks noGrp="1"/>
          </p:cNvSpPr>
          <p:nvPr/>
        </p:nvSpPr>
        <p:spPr>
          <a:xfrm>
            <a:off x="6877050" y="1820799"/>
            <a:ext cx="57150" cy="571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D9B91"/>
            </a:solidFill>
            <a:prstDash val="solid"/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9FBACB46-E51A-44A8-96C4-235566B0FD1E}"/>
              </a:ext>
            </a:extLst>
          </p:cNvPr>
          <p:cNvSpPr>
            <a:spLocks noGrp="1"/>
          </p:cNvSpPr>
          <p:nvPr/>
        </p:nvSpPr>
        <p:spPr>
          <a:xfrm>
            <a:off x="4686300" y="2286000"/>
            <a:ext cx="1790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98" b="1" i="0">
                <a:solidFill>
                  <a:srgbClr val="203746"/>
                </a:solidFill>
                <a:latin typeface="Arial"/>
                <a:ea typeface="Arial"/>
                <a:cs typeface="Arial"/>
              </a:defRPr>
            </a:pPr>
            <a:r>
              <a:rPr lang="en-US" sz="998" b="1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C</a:t>
            </a:r>
            <a:r>
              <a:rPr sz="998" b="1" i="0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lassical </a:t>
            </a:r>
            <a:r>
              <a:rPr sz="998" b="1" i="0" dirty="0" err="1">
                <a:solidFill>
                  <a:srgbClr val="203746"/>
                </a:solidFill>
                <a:latin typeface="Arial"/>
                <a:ea typeface="Arial"/>
                <a:cs typeface="Arial"/>
              </a:rPr>
              <a:t>rPPG</a:t>
            </a:r>
            <a:endParaRPr sz="998" b="1" i="0" dirty="0">
              <a:solidFill>
                <a:srgbClr val="2037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56A029D7-1903-4D35-8571-9EAC5AC28947}"/>
              </a:ext>
            </a:extLst>
          </p:cNvPr>
          <p:cNvSpPr>
            <a:spLocks noGrp="1"/>
          </p:cNvSpPr>
          <p:nvPr/>
        </p:nvSpPr>
        <p:spPr>
          <a:xfrm>
            <a:off x="4686300" y="250507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713" b="0" i="0">
                <a:solidFill>
                  <a:srgbClr val="5D707C"/>
                </a:solidFill>
                <a:latin typeface="Arial"/>
                <a:ea typeface="Arial"/>
                <a:cs typeface="Arial"/>
              </a:defRPr>
            </a:pPr>
            <a:r>
              <a:rPr sz="713" b="0" i="0" dirty="0">
                <a:solidFill>
                  <a:srgbClr val="5D707C"/>
                </a:solidFill>
                <a:latin typeface="Arial"/>
                <a:ea typeface="Arial"/>
                <a:cs typeface="Arial"/>
              </a:rPr>
              <a:t>GREEN · CHROM · POS · PBV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8213BA9B-AB48-4F31-AE7F-785BBA167B09}"/>
              </a:ext>
            </a:extLst>
          </p:cNvPr>
          <p:cNvSpPr>
            <a:spLocks noGrp="1"/>
          </p:cNvSpPr>
          <p:nvPr/>
        </p:nvSpPr>
        <p:spPr>
          <a:xfrm>
            <a:off x="4152900" y="3105150"/>
            <a:ext cx="47625" cy="85725"/>
          </a:xfrm>
          <a:prstGeom prst="rect">
            <a:avLst/>
          </a:prstGeom>
          <a:solidFill>
            <a:srgbClr val="7A789D"/>
          </a:solidFill>
          <a:ln w="0">
            <a:solidFill>
              <a:srgbClr val="D7E1E6"/>
            </a:solidFill>
            <a:prstDash val="solid"/>
          </a:ln>
        </p:spPr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2D3334FF-DADC-4259-8510-A64BBA805207}"/>
              </a:ext>
            </a:extLst>
          </p:cNvPr>
          <p:cNvSpPr>
            <a:spLocks noGrp="1"/>
          </p:cNvSpPr>
          <p:nvPr/>
        </p:nvSpPr>
        <p:spPr>
          <a:xfrm>
            <a:off x="4219575" y="3105150"/>
            <a:ext cx="47625" cy="85725"/>
          </a:xfrm>
          <a:prstGeom prst="rect">
            <a:avLst/>
          </a:prstGeom>
          <a:solidFill>
            <a:srgbClr val="EAF2F7"/>
          </a:solidFill>
          <a:ln w="0">
            <a:solidFill>
              <a:srgbClr val="D7E1E6"/>
            </a:solidFill>
            <a:prstDash val="solid"/>
          </a:ln>
        </p:spPr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F5115BCE-9D0B-4441-8DDA-C8528F9434E4}"/>
              </a:ext>
            </a:extLst>
          </p:cNvPr>
          <p:cNvSpPr>
            <a:spLocks noGrp="1"/>
          </p:cNvSpPr>
          <p:nvPr/>
        </p:nvSpPr>
        <p:spPr>
          <a:xfrm>
            <a:off x="4286250" y="3105150"/>
            <a:ext cx="47625" cy="85725"/>
          </a:xfrm>
          <a:prstGeom prst="rect">
            <a:avLst/>
          </a:prstGeom>
          <a:solidFill>
            <a:srgbClr val="F0EFF6"/>
          </a:solidFill>
          <a:ln w="0">
            <a:solidFill>
              <a:srgbClr val="D7E1E6"/>
            </a:solidFill>
            <a:prstDash val="solid"/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E6F756E7-61A7-4F17-9EB4-A8A2AA35EB54}"/>
              </a:ext>
            </a:extLst>
          </p:cNvPr>
          <p:cNvSpPr>
            <a:spLocks noGrp="1"/>
          </p:cNvSpPr>
          <p:nvPr/>
        </p:nvSpPr>
        <p:spPr>
          <a:xfrm>
            <a:off x="4352925" y="3105150"/>
            <a:ext cx="47625" cy="85725"/>
          </a:xfrm>
          <a:prstGeom prst="rect">
            <a:avLst/>
          </a:prstGeom>
          <a:solidFill>
            <a:srgbClr val="7A789D"/>
          </a:solidFill>
          <a:ln w="0">
            <a:solidFill>
              <a:srgbClr val="D7E1E6"/>
            </a:solidFill>
            <a:prstDash val="solid"/>
          </a:ln>
        </p:spPr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607EB777-A70E-4D80-8B64-EF263F7CDE92}"/>
              </a:ext>
            </a:extLst>
          </p:cNvPr>
          <p:cNvSpPr>
            <a:spLocks noGrp="1"/>
          </p:cNvSpPr>
          <p:nvPr/>
        </p:nvSpPr>
        <p:spPr>
          <a:xfrm>
            <a:off x="4419600" y="3105150"/>
            <a:ext cx="47625" cy="85725"/>
          </a:xfrm>
          <a:prstGeom prst="rect">
            <a:avLst/>
          </a:prstGeom>
          <a:solidFill>
            <a:srgbClr val="EAF2F7"/>
          </a:solidFill>
          <a:ln w="0">
            <a:solidFill>
              <a:srgbClr val="D7E1E6"/>
            </a:solidFill>
            <a:prstDash val="solid"/>
          </a:ln>
        </p:spPr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2AA773A7-0B57-4320-AE5D-61829B099F80}"/>
              </a:ext>
            </a:extLst>
          </p:cNvPr>
          <p:cNvSpPr>
            <a:spLocks noGrp="1"/>
          </p:cNvSpPr>
          <p:nvPr/>
        </p:nvSpPr>
        <p:spPr>
          <a:xfrm>
            <a:off x="4486275" y="3105150"/>
            <a:ext cx="47625" cy="85725"/>
          </a:xfrm>
          <a:prstGeom prst="rect">
            <a:avLst/>
          </a:prstGeom>
          <a:solidFill>
            <a:srgbClr val="F0EFF6"/>
          </a:solidFill>
          <a:ln w="0">
            <a:solidFill>
              <a:srgbClr val="D7E1E6"/>
            </a:solidFill>
            <a:prstDash val="solid"/>
          </a:ln>
        </p:spPr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CF6E1CD0-0C31-4560-B416-8D99CC0F44B6}"/>
              </a:ext>
            </a:extLst>
          </p:cNvPr>
          <p:cNvSpPr>
            <a:spLocks noGrp="1"/>
          </p:cNvSpPr>
          <p:nvPr/>
        </p:nvSpPr>
        <p:spPr>
          <a:xfrm>
            <a:off x="4152900" y="3228975"/>
            <a:ext cx="47625" cy="85725"/>
          </a:xfrm>
          <a:prstGeom prst="rect">
            <a:avLst/>
          </a:prstGeom>
          <a:solidFill>
            <a:srgbClr val="7A789D"/>
          </a:solidFill>
          <a:ln w="0">
            <a:solidFill>
              <a:srgbClr val="D7E1E6"/>
            </a:solidFill>
            <a:prstDash val="solid"/>
          </a:ln>
        </p:spPr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761F8A55-8B2D-42AD-A5C5-0958878BF482}"/>
              </a:ext>
            </a:extLst>
          </p:cNvPr>
          <p:cNvSpPr>
            <a:spLocks noGrp="1"/>
          </p:cNvSpPr>
          <p:nvPr/>
        </p:nvSpPr>
        <p:spPr>
          <a:xfrm>
            <a:off x="4219575" y="3228975"/>
            <a:ext cx="47625" cy="85725"/>
          </a:xfrm>
          <a:prstGeom prst="rect">
            <a:avLst/>
          </a:prstGeom>
          <a:solidFill>
            <a:srgbClr val="EAF2F7"/>
          </a:solidFill>
          <a:ln w="0">
            <a:solidFill>
              <a:srgbClr val="D7E1E6"/>
            </a:solidFill>
            <a:prstDash val="solid"/>
          </a:ln>
        </p:spPr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8CF77103-F685-4A65-A0B2-B5053383FBB6}"/>
              </a:ext>
            </a:extLst>
          </p:cNvPr>
          <p:cNvSpPr>
            <a:spLocks noGrp="1"/>
          </p:cNvSpPr>
          <p:nvPr/>
        </p:nvSpPr>
        <p:spPr>
          <a:xfrm>
            <a:off x="4286250" y="3228975"/>
            <a:ext cx="47625" cy="85725"/>
          </a:xfrm>
          <a:prstGeom prst="rect">
            <a:avLst/>
          </a:prstGeom>
          <a:solidFill>
            <a:srgbClr val="F0EFF6"/>
          </a:solidFill>
          <a:ln w="0">
            <a:solidFill>
              <a:srgbClr val="D7E1E6"/>
            </a:solidFill>
            <a:prstDash val="solid"/>
          </a:ln>
        </p:spPr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9A287960-C81F-42D0-A7B3-4983256EBFC0}"/>
              </a:ext>
            </a:extLst>
          </p:cNvPr>
          <p:cNvSpPr>
            <a:spLocks noGrp="1"/>
          </p:cNvSpPr>
          <p:nvPr/>
        </p:nvSpPr>
        <p:spPr>
          <a:xfrm>
            <a:off x="4352925" y="3228975"/>
            <a:ext cx="47625" cy="85725"/>
          </a:xfrm>
          <a:prstGeom prst="rect">
            <a:avLst/>
          </a:prstGeom>
          <a:solidFill>
            <a:srgbClr val="7A789D"/>
          </a:solidFill>
          <a:ln w="0">
            <a:solidFill>
              <a:srgbClr val="D7E1E6"/>
            </a:solidFill>
            <a:prstDash val="solid"/>
          </a:ln>
        </p:spPr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C7AC93A6-8217-4BED-B0E1-5B48E72B0F08}"/>
              </a:ext>
            </a:extLst>
          </p:cNvPr>
          <p:cNvSpPr>
            <a:spLocks noGrp="1"/>
          </p:cNvSpPr>
          <p:nvPr/>
        </p:nvSpPr>
        <p:spPr>
          <a:xfrm>
            <a:off x="4419600" y="3228975"/>
            <a:ext cx="47625" cy="85725"/>
          </a:xfrm>
          <a:prstGeom prst="rect">
            <a:avLst/>
          </a:prstGeom>
          <a:solidFill>
            <a:srgbClr val="EAF2F7"/>
          </a:solidFill>
          <a:ln w="0">
            <a:solidFill>
              <a:srgbClr val="D7E1E6"/>
            </a:solidFill>
            <a:prstDash val="solid"/>
          </a:ln>
        </p:spPr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CD0FE571-E8B5-440A-8080-E3CA77823197}"/>
              </a:ext>
            </a:extLst>
          </p:cNvPr>
          <p:cNvSpPr>
            <a:spLocks noGrp="1"/>
          </p:cNvSpPr>
          <p:nvPr/>
        </p:nvSpPr>
        <p:spPr>
          <a:xfrm>
            <a:off x="4486275" y="3228975"/>
            <a:ext cx="47625" cy="85725"/>
          </a:xfrm>
          <a:prstGeom prst="rect">
            <a:avLst/>
          </a:prstGeom>
          <a:solidFill>
            <a:srgbClr val="F0EFF6"/>
          </a:solidFill>
          <a:ln w="0">
            <a:solidFill>
              <a:srgbClr val="D7E1E6"/>
            </a:solidFill>
            <a:prstDash val="solid"/>
          </a:ln>
        </p:spPr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C516339E-504C-47C2-8963-B8A8045A157C}"/>
              </a:ext>
            </a:extLst>
          </p:cNvPr>
          <p:cNvSpPr>
            <a:spLocks noGrp="1"/>
          </p:cNvSpPr>
          <p:nvPr/>
        </p:nvSpPr>
        <p:spPr>
          <a:xfrm>
            <a:off x="4686300" y="2990850"/>
            <a:ext cx="1790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98" b="1" i="0">
                <a:solidFill>
                  <a:srgbClr val="203746"/>
                </a:solidFill>
                <a:latin typeface="Arial"/>
                <a:ea typeface="Arial"/>
                <a:cs typeface="Arial"/>
              </a:defRPr>
            </a:pPr>
            <a:r>
              <a:rPr lang="en-US" sz="998" b="1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L</a:t>
            </a:r>
            <a:r>
              <a:rPr sz="998" b="1" i="0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earned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241981A6-C141-4558-A359-9CB6697D2C37}"/>
              </a:ext>
            </a:extLst>
          </p:cNvPr>
          <p:cNvSpPr>
            <a:spLocks noGrp="1"/>
          </p:cNvSpPr>
          <p:nvPr/>
        </p:nvSpPr>
        <p:spPr>
          <a:xfrm>
            <a:off x="4686300" y="320992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713" b="0" i="0">
                <a:solidFill>
                  <a:srgbClr val="5D707C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5D707C"/>
                </a:solidFill>
                <a:latin typeface="Arial"/>
                <a:ea typeface="Arial"/>
                <a:cs typeface="Arial"/>
              </a:rPr>
              <a:t>DeepPhys · TS-CAN · EfficientPhys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769D74E7-BF5C-4FA2-A130-A7B468A4A692}"/>
              </a:ext>
            </a:extLst>
          </p:cNvPr>
          <p:cNvSpPr>
            <a:spLocks noGrp="1"/>
          </p:cNvSpPr>
          <p:nvPr/>
        </p:nvSpPr>
        <p:spPr>
          <a:xfrm>
            <a:off x="6877050" y="3238500"/>
            <a:ext cx="57150" cy="571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789D"/>
            </a:solidFill>
            <a:prstDash val="solid"/>
          </a:ln>
        </p:spPr>
      </p:sp>
      <p:sp>
        <p:nvSpPr>
          <p:cNvPr id="96" name="直接连接符 95">
            <a:extLst>
              <a:ext uri="{FF2B5EF4-FFF2-40B4-BE49-F238E27FC236}">
                <a16:creationId xmlns:a16="http://schemas.microsoft.com/office/drawing/2014/main" id="{3A544C24-17FA-4358-8DA7-DAC44EC06FF7}"/>
              </a:ext>
            </a:extLst>
          </p:cNvPr>
          <p:cNvSpPr>
            <a:spLocks noGrp="1"/>
          </p:cNvSpPr>
          <p:nvPr/>
        </p:nvSpPr>
        <p:spPr>
          <a:xfrm rot="3913492" flipV="1">
            <a:off x="4168092" y="3897845"/>
            <a:ext cx="137455" cy="3479"/>
          </a:xfrm>
          <a:prstGeom prst="line">
            <a:avLst/>
          </a:prstGeom>
          <a:ln w="8573">
            <a:solidFill>
              <a:srgbClr val="2F5F85"/>
            </a:solidFill>
            <a:prstDash val="solid"/>
          </a:ln>
        </p:spPr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E72D6566-B6C5-44F3-A73E-DD3C2EE59E50}"/>
              </a:ext>
            </a:extLst>
          </p:cNvPr>
          <p:cNvSpPr>
            <a:spLocks noGrp="1"/>
          </p:cNvSpPr>
          <p:nvPr/>
        </p:nvSpPr>
        <p:spPr>
          <a:xfrm>
            <a:off x="4267200" y="3933825"/>
            <a:ext cx="57150" cy="571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5F85"/>
            </a:solidFill>
            <a:prstDash val="solid"/>
          </a:ln>
        </p:spPr>
      </p:sp>
      <p:sp>
        <p:nvSpPr>
          <p:cNvPr id="98" name="直接连接符 97">
            <a:extLst>
              <a:ext uri="{FF2B5EF4-FFF2-40B4-BE49-F238E27FC236}">
                <a16:creationId xmlns:a16="http://schemas.microsoft.com/office/drawing/2014/main" id="{6864355B-E975-48FB-8F6D-22049D3CE5CE}"/>
              </a:ext>
            </a:extLst>
          </p:cNvPr>
          <p:cNvSpPr>
            <a:spLocks noGrp="1"/>
          </p:cNvSpPr>
          <p:nvPr/>
        </p:nvSpPr>
        <p:spPr>
          <a:xfrm rot="-3913492">
            <a:off x="4289580" y="3899676"/>
            <a:ext cx="131016" cy="7237"/>
          </a:xfrm>
          <a:prstGeom prst="line">
            <a:avLst/>
          </a:prstGeom>
          <a:ln w="8573">
            <a:solidFill>
              <a:srgbClr val="2F5F85"/>
            </a:solidFill>
            <a:prstDash val="solid"/>
          </a:ln>
        </p:spPr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F3B3837C-F1B1-4B27-B8F9-B55F56957131}"/>
              </a:ext>
            </a:extLst>
          </p:cNvPr>
          <p:cNvSpPr>
            <a:spLocks noGrp="1"/>
          </p:cNvSpPr>
          <p:nvPr/>
        </p:nvSpPr>
        <p:spPr>
          <a:xfrm>
            <a:off x="4686300" y="3695700"/>
            <a:ext cx="1790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98" b="1" i="0">
                <a:solidFill>
                  <a:srgbClr val="203746"/>
                </a:solidFill>
                <a:latin typeface="Arial"/>
                <a:ea typeface="Arial"/>
                <a:cs typeface="Arial"/>
              </a:defRPr>
            </a:pPr>
            <a:r>
              <a:rPr lang="en-US" sz="998" b="1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T</a:t>
            </a:r>
            <a:r>
              <a:rPr sz="998" b="1" i="0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ransformer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05E125F1-702B-42FD-BEEE-B5DF7412B00F}"/>
              </a:ext>
            </a:extLst>
          </p:cNvPr>
          <p:cNvSpPr>
            <a:spLocks noGrp="1"/>
          </p:cNvSpPr>
          <p:nvPr/>
        </p:nvSpPr>
        <p:spPr>
          <a:xfrm>
            <a:off x="4686300" y="391477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713" b="0" i="0">
                <a:solidFill>
                  <a:srgbClr val="5D707C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5D707C"/>
                </a:solidFill>
                <a:latin typeface="Arial"/>
                <a:ea typeface="Arial"/>
                <a:cs typeface="Arial"/>
              </a:rPr>
              <a:t>PhysFormer · RhythmFormer</a:t>
            </a: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BEF202F2-B1CF-4273-9280-88BF7373DE3B}"/>
              </a:ext>
            </a:extLst>
          </p:cNvPr>
          <p:cNvSpPr>
            <a:spLocks noGrp="1"/>
          </p:cNvSpPr>
          <p:nvPr/>
        </p:nvSpPr>
        <p:spPr>
          <a:xfrm>
            <a:off x="4152900" y="4717923"/>
            <a:ext cx="49530" cy="44577"/>
          </a:xfrm>
          <a:prstGeom prst="rect">
            <a:avLst/>
          </a:prstGeom>
          <a:solidFill>
            <a:srgbClr val="AFC1CA"/>
          </a:solidFill>
          <a:ln w="0">
            <a:solidFill>
              <a:srgbClr val="AFC1CA"/>
            </a:solidFill>
            <a:prstDash val="solid"/>
          </a:ln>
        </p:spPr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75D7FBB1-31E7-401E-90AA-1FAF3E9DA87D}"/>
              </a:ext>
            </a:extLst>
          </p:cNvPr>
          <p:cNvSpPr>
            <a:spLocks noGrp="1"/>
          </p:cNvSpPr>
          <p:nvPr/>
        </p:nvSpPr>
        <p:spPr>
          <a:xfrm>
            <a:off x="4240530" y="4554474"/>
            <a:ext cx="49530" cy="208026"/>
          </a:xfrm>
          <a:prstGeom prst="rect">
            <a:avLst/>
          </a:prstGeom>
          <a:solidFill>
            <a:srgbClr val="C47870"/>
          </a:solidFill>
          <a:ln w="0">
            <a:solidFill>
              <a:srgbClr val="C47870"/>
            </a:solidFill>
            <a:prstDash val="solid"/>
          </a:ln>
        </p:spPr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621F2BF5-BF36-4E03-90B2-85BDEA4BE6C2}"/>
              </a:ext>
            </a:extLst>
          </p:cNvPr>
          <p:cNvSpPr>
            <a:spLocks noGrp="1"/>
          </p:cNvSpPr>
          <p:nvPr/>
        </p:nvSpPr>
        <p:spPr>
          <a:xfrm>
            <a:off x="4328160" y="4700588"/>
            <a:ext cx="49530" cy="61913"/>
          </a:xfrm>
          <a:prstGeom prst="rect">
            <a:avLst/>
          </a:prstGeom>
          <a:solidFill>
            <a:srgbClr val="AFC1CA"/>
          </a:solidFill>
          <a:ln w="0">
            <a:solidFill>
              <a:srgbClr val="AFC1CA"/>
            </a:solidFill>
            <a:prstDash val="solid"/>
          </a:ln>
        </p:spPr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3109C795-44A5-46DF-AB9F-109DFDA5D2AD}"/>
              </a:ext>
            </a:extLst>
          </p:cNvPr>
          <p:cNvSpPr>
            <a:spLocks noGrp="1"/>
          </p:cNvSpPr>
          <p:nvPr/>
        </p:nvSpPr>
        <p:spPr>
          <a:xfrm>
            <a:off x="4415790" y="4618863"/>
            <a:ext cx="49530" cy="143637"/>
          </a:xfrm>
          <a:prstGeom prst="rect">
            <a:avLst/>
          </a:prstGeom>
          <a:solidFill>
            <a:srgbClr val="C47870"/>
          </a:solidFill>
          <a:ln w="0">
            <a:solidFill>
              <a:srgbClr val="C47870"/>
            </a:solidFill>
            <a:prstDash val="solid"/>
          </a:ln>
        </p:spPr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229D22CC-EAAA-4B4C-B07A-03B76D1FDF9F}"/>
              </a:ext>
            </a:extLst>
          </p:cNvPr>
          <p:cNvSpPr>
            <a:spLocks noGrp="1"/>
          </p:cNvSpPr>
          <p:nvPr/>
        </p:nvSpPr>
        <p:spPr>
          <a:xfrm>
            <a:off x="4503420" y="4722876"/>
            <a:ext cx="49530" cy="39624"/>
          </a:xfrm>
          <a:prstGeom prst="rect">
            <a:avLst/>
          </a:prstGeom>
          <a:solidFill>
            <a:srgbClr val="AFC1CA"/>
          </a:solidFill>
          <a:ln w="0">
            <a:solidFill>
              <a:srgbClr val="AFC1CA"/>
            </a:solidFill>
            <a:prstDash val="solid"/>
          </a:ln>
        </p:spPr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4BF44429-6E93-4D46-952A-47ACC6639BE8}"/>
              </a:ext>
            </a:extLst>
          </p:cNvPr>
          <p:cNvSpPr>
            <a:spLocks noGrp="1"/>
          </p:cNvSpPr>
          <p:nvPr/>
        </p:nvSpPr>
        <p:spPr>
          <a:xfrm>
            <a:off x="4686300" y="4400550"/>
            <a:ext cx="1790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98" b="1" i="0">
                <a:solidFill>
                  <a:srgbClr val="A65A54"/>
                </a:solidFill>
                <a:latin typeface="Arial"/>
                <a:ea typeface="Arial"/>
                <a:cs typeface="Arial"/>
              </a:defRPr>
            </a:pPr>
            <a:r>
              <a:rPr lang="en-US" sz="998" b="1" dirty="0">
                <a:solidFill>
                  <a:srgbClr val="A65A54"/>
                </a:solidFill>
                <a:latin typeface="Arial"/>
                <a:ea typeface="Arial"/>
                <a:cs typeface="Arial"/>
              </a:rPr>
              <a:t>C</a:t>
            </a:r>
            <a:r>
              <a:rPr sz="998" b="1" i="0" dirty="0">
                <a:solidFill>
                  <a:srgbClr val="A65A54"/>
                </a:solidFill>
                <a:latin typeface="Arial"/>
                <a:ea typeface="Arial"/>
                <a:cs typeface="Arial"/>
              </a:rPr>
              <a:t>orrection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BF16F622-23A6-4188-8557-0E5AEA84D6D1}"/>
              </a:ext>
            </a:extLst>
          </p:cNvPr>
          <p:cNvSpPr>
            <a:spLocks noGrp="1"/>
          </p:cNvSpPr>
          <p:nvPr/>
        </p:nvSpPr>
        <p:spPr>
          <a:xfrm>
            <a:off x="4686300" y="461962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713" b="0" i="0">
                <a:solidFill>
                  <a:srgbClr val="5D707C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5D707C"/>
                </a:solidFill>
                <a:latin typeface="Arial"/>
                <a:ea typeface="Arial"/>
                <a:cs typeface="Arial"/>
              </a:rPr>
              <a:t>optional residual / harmonic variants</a:t>
            </a: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7316F00F-3034-4C1D-A49F-CB85DB38C82C}"/>
              </a:ext>
            </a:extLst>
          </p:cNvPr>
          <p:cNvSpPr>
            <a:spLocks noGrp="1"/>
          </p:cNvSpPr>
          <p:nvPr/>
        </p:nvSpPr>
        <p:spPr>
          <a:xfrm>
            <a:off x="7600950" y="857059"/>
            <a:ext cx="2076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38" b="1" i="0">
                <a:solidFill>
                  <a:srgbClr val="203746"/>
                </a:solidFill>
                <a:latin typeface="Arial"/>
                <a:ea typeface="Arial"/>
                <a:cs typeface="Arial"/>
              </a:defRPr>
            </a:pPr>
            <a:r>
              <a:rPr sz="1238" b="1" i="0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Temporal </a:t>
            </a:r>
            <a:r>
              <a:rPr lang="en-US" sz="1238" b="1" i="0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C</a:t>
            </a:r>
            <a:r>
              <a:rPr sz="1238" b="1" i="0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andidate </a:t>
            </a:r>
            <a:r>
              <a:rPr lang="en-US" sz="1238" b="1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F</a:t>
            </a:r>
            <a:r>
              <a:rPr sz="1238" b="1" i="0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low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C5EC1475-4A00-49DD-AFCA-3D7877982E78}"/>
              </a:ext>
            </a:extLst>
          </p:cNvPr>
          <p:cNvSpPr>
            <a:spLocks noGrp="1"/>
          </p:cNvSpPr>
          <p:nvPr/>
        </p:nvSpPr>
        <p:spPr>
          <a:xfrm>
            <a:off x="7181850" y="1143000"/>
            <a:ext cx="3638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 fontScale="96368"/>
          </a:bodyPr>
          <a:lstStyle/>
          <a:p>
            <a:pPr algn="l">
              <a:defRPr sz="765" b="0" i="0">
                <a:solidFill>
                  <a:srgbClr val="5D707C"/>
                </a:solidFill>
                <a:latin typeface="Arial"/>
                <a:ea typeface="Arial"/>
                <a:cs typeface="Arial"/>
              </a:defRPr>
            </a:pPr>
            <a:r>
              <a:rPr sz="765" b="0" i="0" dirty="0">
                <a:solidFill>
                  <a:srgbClr val="5D707C"/>
                </a:solidFill>
                <a:latin typeface="Arial"/>
                <a:ea typeface="Arial"/>
                <a:cs typeface="Arial"/>
              </a:rPr>
              <a:t>Competing paths remain visible while one observed trajectory persists across windows</a:t>
            </a:r>
          </a:p>
        </p:txBody>
      </p:sp>
      <p:sp>
        <p:nvSpPr>
          <p:cNvPr id="120" name="直接连接符 119">
            <a:extLst>
              <a:ext uri="{FF2B5EF4-FFF2-40B4-BE49-F238E27FC236}">
                <a16:creationId xmlns:a16="http://schemas.microsoft.com/office/drawing/2014/main" id="{24CEEEE9-584B-4112-9647-F47704DBC7D9}"/>
              </a:ext>
            </a:extLst>
          </p:cNvPr>
          <p:cNvSpPr>
            <a:spLocks noGrp="1"/>
          </p:cNvSpPr>
          <p:nvPr/>
        </p:nvSpPr>
        <p:spPr>
          <a:xfrm>
            <a:off x="6934200" y="1645921"/>
            <a:ext cx="3467100" cy="11429"/>
          </a:xfrm>
          <a:prstGeom prst="line">
            <a:avLst/>
          </a:prstGeom>
          <a:ln w="8573">
            <a:solidFill>
              <a:srgbClr val="AFC1CA"/>
            </a:solidFill>
            <a:prstDash val="solid"/>
          </a:ln>
        </p:spPr>
      </p:sp>
      <p:sp>
        <p:nvSpPr>
          <p:cNvPr id="121" name="等腰三角形 120">
            <a:extLst>
              <a:ext uri="{FF2B5EF4-FFF2-40B4-BE49-F238E27FC236}">
                <a16:creationId xmlns:a16="http://schemas.microsoft.com/office/drawing/2014/main" id="{6899DFAF-F777-4AF3-ABCE-26A03DF770B3}"/>
              </a:ext>
            </a:extLst>
          </p:cNvPr>
          <p:cNvSpPr>
            <a:spLocks noGrp="1"/>
          </p:cNvSpPr>
          <p:nvPr/>
        </p:nvSpPr>
        <p:spPr>
          <a:xfrm rot="5400000">
            <a:off x="10394857" y="1628048"/>
            <a:ext cx="68447" cy="66357"/>
          </a:xfrm>
          <a:prstGeom prst="triangle">
            <a:avLst/>
          </a:prstGeom>
          <a:solidFill>
            <a:srgbClr val="2F5F85"/>
          </a:solidFill>
          <a:ln w="0">
            <a:solidFill>
              <a:srgbClr val="2F5F85"/>
            </a:solidFill>
            <a:prstDash val="solid"/>
          </a:ln>
        </p:spPr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D60E7A56-3466-42FA-BA17-6079128D27ED}"/>
              </a:ext>
            </a:extLst>
          </p:cNvPr>
          <p:cNvSpPr>
            <a:spLocks noGrp="1"/>
          </p:cNvSpPr>
          <p:nvPr/>
        </p:nvSpPr>
        <p:spPr>
          <a:xfrm>
            <a:off x="7829550" y="1609725"/>
            <a:ext cx="76200" cy="762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7FA8"/>
            </a:solidFill>
            <a:prstDash val="solid"/>
          </a:ln>
        </p:spPr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ECDD1763-F595-47EB-838D-B1BD7DE8AEE5}"/>
              </a:ext>
            </a:extLst>
          </p:cNvPr>
          <p:cNvSpPr>
            <a:spLocks noGrp="1"/>
          </p:cNvSpPr>
          <p:nvPr/>
        </p:nvSpPr>
        <p:spPr>
          <a:xfrm>
            <a:off x="7353300" y="1733550"/>
            <a:ext cx="1028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675" b="0" i="0">
                <a:solidFill>
                  <a:srgbClr val="5D707C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5D707C"/>
                </a:solidFill>
                <a:latin typeface="Arial"/>
                <a:ea typeface="Arial"/>
                <a:cs typeface="Arial"/>
              </a:rPr>
              <a:t>previous window</a:t>
            </a:r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F8FFFB11-BCE1-4455-BE82-FFC881415AD2}"/>
              </a:ext>
            </a:extLst>
          </p:cNvPr>
          <p:cNvSpPr>
            <a:spLocks noGrp="1"/>
          </p:cNvSpPr>
          <p:nvPr/>
        </p:nvSpPr>
        <p:spPr>
          <a:xfrm>
            <a:off x="9010650" y="1609725"/>
            <a:ext cx="76200" cy="76200"/>
          </a:xfrm>
          <a:prstGeom prst="ellipse">
            <a:avLst/>
          </a:prstGeom>
          <a:solidFill>
            <a:srgbClr val="5D9B91"/>
          </a:solidFill>
          <a:ln w="7620">
            <a:solidFill>
              <a:srgbClr val="34766D"/>
            </a:solidFill>
            <a:prstDash val="solid"/>
          </a:ln>
        </p:spPr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90F069E3-72DF-40EB-A2B2-0E44162A7824}"/>
              </a:ext>
            </a:extLst>
          </p:cNvPr>
          <p:cNvSpPr>
            <a:spLocks noGrp="1"/>
          </p:cNvSpPr>
          <p:nvPr/>
        </p:nvSpPr>
        <p:spPr>
          <a:xfrm>
            <a:off x="8534400" y="1733550"/>
            <a:ext cx="1028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675" b="1" i="0">
                <a:solidFill>
                  <a:srgbClr val="2F5F85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2F5F85"/>
                </a:solidFill>
                <a:latin typeface="Arial"/>
                <a:ea typeface="Arial"/>
                <a:cs typeface="Arial"/>
              </a:rPr>
              <a:t>current window</a:t>
            </a:r>
          </a:p>
        </p:txBody>
      </p:sp>
      <p:sp>
        <p:nvSpPr>
          <p:cNvPr id="126" name="椭圆 125">
            <a:extLst>
              <a:ext uri="{FF2B5EF4-FFF2-40B4-BE49-F238E27FC236}">
                <a16:creationId xmlns:a16="http://schemas.microsoft.com/office/drawing/2014/main" id="{DFD35785-E1E4-4574-A304-BAEC1DA98ADE}"/>
              </a:ext>
            </a:extLst>
          </p:cNvPr>
          <p:cNvSpPr>
            <a:spLocks noGrp="1"/>
          </p:cNvSpPr>
          <p:nvPr/>
        </p:nvSpPr>
        <p:spPr>
          <a:xfrm>
            <a:off x="10191750" y="1609725"/>
            <a:ext cx="76200" cy="762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7FA8"/>
            </a:solidFill>
            <a:prstDash val="solid"/>
          </a:ln>
        </p:spPr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28AD3A42-6FAA-483E-9440-31C750CEE609}"/>
              </a:ext>
            </a:extLst>
          </p:cNvPr>
          <p:cNvSpPr>
            <a:spLocks noGrp="1"/>
          </p:cNvSpPr>
          <p:nvPr/>
        </p:nvSpPr>
        <p:spPr>
          <a:xfrm>
            <a:off x="9715500" y="1733550"/>
            <a:ext cx="1028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675" b="0" i="0">
                <a:solidFill>
                  <a:srgbClr val="5D707C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5D707C"/>
                </a:solidFill>
                <a:latin typeface="Arial"/>
                <a:ea typeface="Arial"/>
                <a:cs typeface="Arial"/>
              </a:rPr>
              <a:t>next window</a:t>
            </a:r>
          </a:p>
        </p:txBody>
      </p:sp>
      <p:sp>
        <p:nvSpPr>
          <p:cNvPr id="128" name="任意多边形: 形状 127">
            <a:extLst>
              <a:ext uri="{FF2B5EF4-FFF2-40B4-BE49-F238E27FC236}">
                <a16:creationId xmlns:a16="http://schemas.microsoft.com/office/drawing/2014/main" id="{6E9D525F-9D82-4967-9F19-F318CAD2CE8F}"/>
              </a:ext>
            </a:extLst>
          </p:cNvPr>
          <p:cNvSpPr>
            <a:spLocks noGrp="1"/>
          </p:cNvSpPr>
          <p:nvPr/>
        </p:nvSpPr>
        <p:spPr>
          <a:xfrm>
            <a:off x="6915150" y="1828800"/>
            <a:ext cx="923925" cy="400050"/>
          </a:xfrm>
          <a:custGeom>
            <a:avLst/>
            <a:gdLst/>
            <a:ahLst/>
            <a:cxnLst/>
            <a:rect l="0" t="0" r="0" b="0"/>
            <a:pathLst>
              <a:path w="923925" h="400050">
                <a:moveTo>
                  <a:pt x="19050" y="19050"/>
                </a:moveTo>
                <a:lnTo>
                  <a:pt x="44407" y="19872"/>
                </a:lnTo>
                <a:lnTo>
                  <a:pt x="69679" y="22277"/>
                </a:lnTo>
                <a:lnTo>
                  <a:pt x="94870" y="26172"/>
                </a:lnTo>
                <a:lnTo>
                  <a:pt x="119984" y="31463"/>
                </a:lnTo>
                <a:lnTo>
                  <a:pt x="145024" y="38057"/>
                </a:lnTo>
                <a:lnTo>
                  <a:pt x="169995" y="45861"/>
                </a:lnTo>
                <a:lnTo>
                  <a:pt x="194899" y="54783"/>
                </a:lnTo>
                <a:lnTo>
                  <a:pt x="219741" y="64728"/>
                </a:lnTo>
                <a:lnTo>
                  <a:pt x="244525" y="75605"/>
                </a:lnTo>
                <a:lnTo>
                  <a:pt x="269253" y="87319"/>
                </a:lnTo>
                <a:lnTo>
                  <a:pt x="293929" y="99778"/>
                </a:lnTo>
                <a:lnTo>
                  <a:pt x="318558" y="112889"/>
                </a:lnTo>
                <a:lnTo>
                  <a:pt x="343143" y="126558"/>
                </a:lnTo>
                <a:lnTo>
                  <a:pt x="367688" y="140693"/>
                </a:lnTo>
                <a:lnTo>
                  <a:pt x="392195" y="155200"/>
                </a:lnTo>
                <a:lnTo>
                  <a:pt x="416670" y="169987"/>
                </a:lnTo>
                <a:lnTo>
                  <a:pt x="441115" y="184959"/>
                </a:lnTo>
                <a:lnTo>
                  <a:pt x="465534" y="200025"/>
                </a:lnTo>
                <a:lnTo>
                  <a:pt x="489932" y="215091"/>
                </a:lnTo>
                <a:lnTo>
                  <a:pt x="514311" y="230063"/>
                </a:lnTo>
                <a:lnTo>
                  <a:pt x="538675" y="244850"/>
                </a:lnTo>
                <a:lnTo>
                  <a:pt x="563028" y="259357"/>
                </a:lnTo>
                <a:lnTo>
                  <a:pt x="587374" y="273492"/>
                </a:lnTo>
                <a:lnTo>
                  <a:pt x="611717" y="287161"/>
                </a:lnTo>
                <a:lnTo>
                  <a:pt x="636059" y="300272"/>
                </a:lnTo>
                <a:lnTo>
                  <a:pt x="660405" y="312731"/>
                </a:lnTo>
                <a:lnTo>
                  <a:pt x="684758" y="324445"/>
                </a:lnTo>
                <a:lnTo>
                  <a:pt x="709123" y="335322"/>
                </a:lnTo>
                <a:lnTo>
                  <a:pt x="733502" y="345267"/>
                </a:lnTo>
                <a:lnTo>
                  <a:pt x="757899" y="354189"/>
                </a:lnTo>
                <a:lnTo>
                  <a:pt x="782318" y="361993"/>
                </a:lnTo>
                <a:lnTo>
                  <a:pt x="806764" y="368587"/>
                </a:lnTo>
                <a:lnTo>
                  <a:pt x="831238" y="373878"/>
                </a:lnTo>
                <a:lnTo>
                  <a:pt x="855746" y="377773"/>
                </a:lnTo>
                <a:lnTo>
                  <a:pt x="880290" y="380178"/>
                </a:lnTo>
                <a:lnTo>
                  <a:pt x="904875" y="381000"/>
                </a:lnTo>
              </a:path>
            </a:pathLst>
          </a:custGeom>
          <a:noFill/>
          <a:ln w="7144">
            <a:solidFill>
              <a:srgbClr val="5D9B91"/>
            </a:solidFill>
            <a:prstDash val="solid"/>
          </a:ln>
        </p:spPr>
      </p:sp>
      <p:sp>
        <p:nvSpPr>
          <p:cNvPr id="129" name="任意多边形: 形状 128">
            <a:extLst>
              <a:ext uri="{FF2B5EF4-FFF2-40B4-BE49-F238E27FC236}">
                <a16:creationId xmlns:a16="http://schemas.microsoft.com/office/drawing/2014/main" id="{D378E619-5C6C-4D29-9BC8-086A89A5E8E7}"/>
              </a:ext>
            </a:extLst>
          </p:cNvPr>
          <p:cNvSpPr>
            <a:spLocks noGrp="1"/>
          </p:cNvSpPr>
          <p:nvPr/>
        </p:nvSpPr>
        <p:spPr>
          <a:xfrm>
            <a:off x="6907530" y="2545080"/>
            <a:ext cx="836295" cy="274320"/>
          </a:xfrm>
          <a:custGeom>
            <a:avLst/>
            <a:gdLst/>
            <a:ahLst/>
            <a:cxnLst/>
            <a:rect l="0" t="0" r="0" b="0"/>
            <a:pathLst>
              <a:path w="828675" h="285750">
                <a:moveTo>
                  <a:pt x="19050" y="19050"/>
                </a:moveTo>
                <a:lnTo>
                  <a:pt x="44404" y="19613"/>
                </a:lnTo>
                <a:lnTo>
                  <a:pt x="69662" y="21258"/>
                </a:lnTo>
                <a:lnTo>
                  <a:pt x="94815" y="23923"/>
                </a:lnTo>
                <a:lnTo>
                  <a:pt x="119853" y="27543"/>
                </a:lnTo>
                <a:lnTo>
                  <a:pt x="144769" y="32055"/>
                </a:lnTo>
                <a:lnTo>
                  <a:pt x="169554" y="37394"/>
                </a:lnTo>
                <a:lnTo>
                  <a:pt x="194199" y="43499"/>
                </a:lnTo>
                <a:lnTo>
                  <a:pt x="218696" y="50303"/>
                </a:lnTo>
                <a:lnTo>
                  <a:pt x="243036" y="57745"/>
                </a:lnTo>
                <a:lnTo>
                  <a:pt x="267211" y="65760"/>
                </a:lnTo>
                <a:lnTo>
                  <a:pt x="291212" y="74285"/>
                </a:lnTo>
                <a:lnTo>
                  <a:pt x="315031" y="83256"/>
                </a:lnTo>
                <a:lnTo>
                  <a:pt x="338658" y="92608"/>
                </a:lnTo>
                <a:lnTo>
                  <a:pt x="362086" y="102279"/>
                </a:lnTo>
                <a:lnTo>
                  <a:pt x="385305" y="112205"/>
                </a:lnTo>
                <a:lnTo>
                  <a:pt x="408308" y="122322"/>
                </a:lnTo>
                <a:lnTo>
                  <a:pt x="431085" y="132567"/>
                </a:lnTo>
                <a:lnTo>
                  <a:pt x="453628" y="142875"/>
                </a:lnTo>
                <a:lnTo>
                  <a:pt x="475929" y="153183"/>
                </a:lnTo>
                <a:lnTo>
                  <a:pt x="497978" y="163428"/>
                </a:lnTo>
                <a:lnTo>
                  <a:pt x="519768" y="173545"/>
                </a:lnTo>
                <a:lnTo>
                  <a:pt x="541290" y="183471"/>
                </a:lnTo>
                <a:lnTo>
                  <a:pt x="562535" y="193142"/>
                </a:lnTo>
                <a:lnTo>
                  <a:pt x="583494" y="202494"/>
                </a:lnTo>
                <a:lnTo>
                  <a:pt x="604160" y="211465"/>
                </a:lnTo>
                <a:lnTo>
                  <a:pt x="624523" y="219990"/>
                </a:lnTo>
                <a:lnTo>
                  <a:pt x="644575" y="228005"/>
                </a:lnTo>
                <a:lnTo>
                  <a:pt x="664307" y="235447"/>
                </a:lnTo>
                <a:lnTo>
                  <a:pt x="683710" y="242251"/>
                </a:lnTo>
                <a:lnTo>
                  <a:pt x="702777" y="248356"/>
                </a:lnTo>
                <a:lnTo>
                  <a:pt x="721499" y="253695"/>
                </a:lnTo>
                <a:lnTo>
                  <a:pt x="739866" y="258207"/>
                </a:lnTo>
                <a:lnTo>
                  <a:pt x="757871" y="261827"/>
                </a:lnTo>
                <a:lnTo>
                  <a:pt x="775505" y="264492"/>
                </a:lnTo>
                <a:lnTo>
                  <a:pt x="792759" y="266137"/>
                </a:lnTo>
                <a:lnTo>
                  <a:pt x="809625" y="266700"/>
                </a:lnTo>
              </a:path>
            </a:pathLst>
          </a:custGeom>
          <a:noFill/>
          <a:ln w="15240">
            <a:solidFill>
              <a:srgbClr val="4F7FA8"/>
            </a:solidFill>
            <a:prstDash val="solid"/>
          </a:ln>
        </p:spPr>
      </p:sp>
      <p:sp>
        <p:nvSpPr>
          <p:cNvPr id="130" name="任意多边形: 形状 129">
            <a:extLst>
              <a:ext uri="{FF2B5EF4-FFF2-40B4-BE49-F238E27FC236}">
                <a16:creationId xmlns:a16="http://schemas.microsoft.com/office/drawing/2014/main" id="{E1FACC40-250F-4BE5-89E4-094443E387C7}"/>
              </a:ext>
            </a:extLst>
          </p:cNvPr>
          <p:cNvSpPr>
            <a:spLocks noGrp="1"/>
          </p:cNvSpPr>
          <p:nvPr/>
        </p:nvSpPr>
        <p:spPr>
          <a:xfrm>
            <a:off x="6915150" y="3238500"/>
            <a:ext cx="923925" cy="133350"/>
          </a:xfrm>
          <a:custGeom>
            <a:avLst/>
            <a:gdLst/>
            <a:ahLst/>
            <a:cxnLst/>
            <a:rect l="0" t="0" r="0" b="0"/>
            <a:pathLst>
              <a:path w="923925" h="133350">
                <a:moveTo>
                  <a:pt x="19050" y="19050"/>
                </a:moveTo>
                <a:lnTo>
                  <a:pt x="44407" y="19266"/>
                </a:lnTo>
                <a:lnTo>
                  <a:pt x="69679" y="19899"/>
                </a:lnTo>
                <a:lnTo>
                  <a:pt x="94870" y="20924"/>
                </a:lnTo>
                <a:lnTo>
                  <a:pt x="119984" y="22316"/>
                </a:lnTo>
                <a:lnTo>
                  <a:pt x="145024" y="24052"/>
                </a:lnTo>
                <a:lnTo>
                  <a:pt x="169995" y="26106"/>
                </a:lnTo>
                <a:lnTo>
                  <a:pt x="194899" y="28453"/>
                </a:lnTo>
                <a:lnTo>
                  <a:pt x="219741" y="31071"/>
                </a:lnTo>
                <a:lnTo>
                  <a:pt x="244525" y="33933"/>
                </a:lnTo>
                <a:lnTo>
                  <a:pt x="269253" y="37016"/>
                </a:lnTo>
                <a:lnTo>
                  <a:pt x="293929" y="40294"/>
                </a:lnTo>
                <a:lnTo>
                  <a:pt x="318558" y="43744"/>
                </a:lnTo>
                <a:lnTo>
                  <a:pt x="343143" y="47342"/>
                </a:lnTo>
                <a:lnTo>
                  <a:pt x="367688" y="51061"/>
                </a:lnTo>
                <a:lnTo>
                  <a:pt x="392195" y="54879"/>
                </a:lnTo>
                <a:lnTo>
                  <a:pt x="416670" y="58770"/>
                </a:lnTo>
                <a:lnTo>
                  <a:pt x="441115" y="62710"/>
                </a:lnTo>
                <a:lnTo>
                  <a:pt x="465534" y="66675"/>
                </a:lnTo>
                <a:lnTo>
                  <a:pt x="489932" y="70640"/>
                </a:lnTo>
                <a:lnTo>
                  <a:pt x="514311" y="74580"/>
                </a:lnTo>
                <a:lnTo>
                  <a:pt x="538675" y="78471"/>
                </a:lnTo>
                <a:lnTo>
                  <a:pt x="563028" y="82289"/>
                </a:lnTo>
                <a:lnTo>
                  <a:pt x="587374" y="86008"/>
                </a:lnTo>
                <a:lnTo>
                  <a:pt x="611717" y="89606"/>
                </a:lnTo>
                <a:lnTo>
                  <a:pt x="636059" y="93056"/>
                </a:lnTo>
                <a:lnTo>
                  <a:pt x="660405" y="96334"/>
                </a:lnTo>
                <a:lnTo>
                  <a:pt x="684758" y="99417"/>
                </a:lnTo>
                <a:lnTo>
                  <a:pt x="709123" y="102279"/>
                </a:lnTo>
                <a:lnTo>
                  <a:pt x="733502" y="104897"/>
                </a:lnTo>
                <a:lnTo>
                  <a:pt x="757899" y="107244"/>
                </a:lnTo>
                <a:lnTo>
                  <a:pt x="782318" y="109298"/>
                </a:lnTo>
                <a:lnTo>
                  <a:pt x="806764" y="111034"/>
                </a:lnTo>
                <a:lnTo>
                  <a:pt x="831238" y="112426"/>
                </a:lnTo>
                <a:lnTo>
                  <a:pt x="855746" y="113451"/>
                </a:lnTo>
                <a:lnTo>
                  <a:pt x="880290" y="114084"/>
                </a:lnTo>
                <a:lnTo>
                  <a:pt x="904875" y="114300"/>
                </a:lnTo>
              </a:path>
            </a:pathLst>
          </a:custGeom>
          <a:noFill/>
          <a:ln w="7144">
            <a:solidFill>
              <a:srgbClr val="7A789D"/>
            </a:solidFill>
            <a:prstDash val="solid"/>
          </a:ln>
        </p:spPr>
      </p:sp>
      <p:sp>
        <p:nvSpPr>
          <p:cNvPr id="132" name="任意多边形: 形状 131">
            <a:extLst>
              <a:ext uri="{FF2B5EF4-FFF2-40B4-BE49-F238E27FC236}">
                <a16:creationId xmlns:a16="http://schemas.microsoft.com/office/drawing/2014/main" id="{A43CC7FD-B22B-4B94-8B4F-09141C11EEBF}"/>
              </a:ext>
            </a:extLst>
          </p:cNvPr>
          <p:cNvSpPr>
            <a:spLocks noGrp="1"/>
          </p:cNvSpPr>
          <p:nvPr/>
        </p:nvSpPr>
        <p:spPr>
          <a:xfrm>
            <a:off x="6915150" y="4495800"/>
            <a:ext cx="923925" cy="190500"/>
          </a:xfrm>
          <a:custGeom>
            <a:avLst/>
            <a:gdLst/>
            <a:ahLst/>
            <a:cxnLst/>
            <a:rect l="0" t="0" r="0" b="0"/>
            <a:pathLst>
              <a:path w="923925" h="190500">
                <a:moveTo>
                  <a:pt x="19050" y="171450"/>
                </a:moveTo>
                <a:lnTo>
                  <a:pt x="44407" y="171104"/>
                </a:lnTo>
                <a:lnTo>
                  <a:pt x="69679" y="170091"/>
                </a:lnTo>
                <a:lnTo>
                  <a:pt x="94870" y="168451"/>
                </a:lnTo>
                <a:lnTo>
                  <a:pt x="119984" y="166224"/>
                </a:lnTo>
                <a:lnTo>
                  <a:pt x="145024" y="163447"/>
                </a:lnTo>
                <a:lnTo>
                  <a:pt x="169995" y="160161"/>
                </a:lnTo>
                <a:lnTo>
                  <a:pt x="194899" y="156405"/>
                </a:lnTo>
                <a:lnTo>
                  <a:pt x="219741" y="152217"/>
                </a:lnTo>
                <a:lnTo>
                  <a:pt x="244525" y="147638"/>
                </a:lnTo>
                <a:lnTo>
                  <a:pt x="269253" y="142705"/>
                </a:lnTo>
                <a:lnTo>
                  <a:pt x="293929" y="137459"/>
                </a:lnTo>
                <a:lnTo>
                  <a:pt x="318558" y="131939"/>
                </a:lnTo>
                <a:lnTo>
                  <a:pt x="343143" y="126183"/>
                </a:lnTo>
                <a:lnTo>
                  <a:pt x="367688" y="120232"/>
                </a:lnTo>
                <a:lnTo>
                  <a:pt x="392195" y="114124"/>
                </a:lnTo>
                <a:lnTo>
                  <a:pt x="416670" y="107898"/>
                </a:lnTo>
                <a:lnTo>
                  <a:pt x="441115" y="101593"/>
                </a:lnTo>
                <a:lnTo>
                  <a:pt x="465534" y="95250"/>
                </a:lnTo>
                <a:lnTo>
                  <a:pt x="489932" y="88907"/>
                </a:lnTo>
                <a:lnTo>
                  <a:pt x="514311" y="82602"/>
                </a:lnTo>
                <a:lnTo>
                  <a:pt x="538675" y="76376"/>
                </a:lnTo>
                <a:lnTo>
                  <a:pt x="563028" y="70268"/>
                </a:lnTo>
                <a:lnTo>
                  <a:pt x="587374" y="64317"/>
                </a:lnTo>
                <a:lnTo>
                  <a:pt x="611717" y="58561"/>
                </a:lnTo>
                <a:lnTo>
                  <a:pt x="636059" y="53041"/>
                </a:lnTo>
                <a:lnTo>
                  <a:pt x="660405" y="47795"/>
                </a:lnTo>
                <a:lnTo>
                  <a:pt x="684758" y="42863"/>
                </a:lnTo>
                <a:lnTo>
                  <a:pt x="709123" y="38283"/>
                </a:lnTo>
                <a:lnTo>
                  <a:pt x="733502" y="34095"/>
                </a:lnTo>
                <a:lnTo>
                  <a:pt x="757899" y="30339"/>
                </a:lnTo>
                <a:lnTo>
                  <a:pt x="782318" y="27053"/>
                </a:lnTo>
                <a:lnTo>
                  <a:pt x="806764" y="24276"/>
                </a:lnTo>
                <a:lnTo>
                  <a:pt x="831238" y="22049"/>
                </a:lnTo>
                <a:lnTo>
                  <a:pt x="855746" y="20409"/>
                </a:lnTo>
                <a:lnTo>
                  <a:pt x="880290" y="19396"/>
                </a:lnTo>
                <a:lnTo>
                  <a:pt x="904875" y="19050"/>
                </a:lnTo>
              </a:path>
            </a:pathLst>
          </a:custGeom>
          <a:noFill/>
          <a:ln w="7144">
            <a:solidFill>
              <a:srgbClr val="C47870"/>
            </a:solidFill>
            <a:prstDash val="solid"/>
          </a:ln>
        </p:spPr>
      </p:sp>
      <p:sp>
        <p:nvSpPr>
          <p:cNvPr id="133" name="任意多边形: 形状 132">
            <a:extLst>
              <a:ext uri="{FF2B5EF4-FFF2-40B4-BE49-F238E27FC236}">
                <a16:creationId xmlns:a16="http://schemas.microsoft.com/office/drawing/2014/main" id="{1C5DE822-3306-424E-B490-678DB6DD8332}"/>
              </a:ext>
            </a:extLst>
          </p:cNvPr>
          <p:cNvSpPr>
            <a:spLocks noGrp="1"/>
          </p:cNvSpPr>
          <p:nvPr/>
        </p:nvSpPr>
        <p:spPr>
          <a:xfrm>
            <a:off x="7896225" y="2190750"/>
            <a:ext cx="1123950" cy="209550"/>
          </a:xfrm>
          <a:custGeom>
            <a:avLst/>
            <a:gdLst/>
            <a:ahLst/>
            <a:cxnLst/>
            <a:rect l="0" t="0" r="0" b="0"/>
            <a:pathLst>
              <a:path w="1123950" h="209550">
                <a:moveTo>
                  <a:pt x="19050" y="19050"/>
                </a:moveTo>
                <a:lnTo>
                  <a:pt x="56413" y="19440"/>
                </a:lnTo>
                <a:lnTo>
                  <a:pt x="92542" y="20579"/>
                </a:lnTo>
                <a:lnTo>
                  <a:pt x="127509" y="22423"/>
                </a:lnTo>
                <a:lnTo>
                  <a:pt x="161387" y="24930"/>
                </a:lnTo>
                <a:lnTo>
                  <a:pt x="194249" y="28053"/>
                </a:lnTo>
                <a:lnTo>
                  <a:pt x="226166" y="31750"/>
                </a:lnTo>
                <a:lnTo>
                  <a:pt x="257212" y="35976"/>
                </a:lnTo>
                <a:lnTo>
                  <a:pt x="287459" y="40687"/>
                </a:lnTo>
                <a:lnTo>
                  <a:pt x="316980" y="45839"/>
                </a:lnTo>
                <a:lnTo>
                  <a:pt x="345848" y="51388"/>
                </a:lnTo>
                <a:lnTo>
                  <a:pt x="374134" y="57290"/>
                </a:lnTo>
                <a:lnTo>
                  <a:pt x="401913" y="63500"/>
                </a:lnTo>
                <a:lnTo>
                  <a:pt x="429255" y="69975"/>
                </a:lnTo>
                <a:lnTo>
                  <a:pt x="456235" y="76670"/>
                </a:lnTo>
                <a:lnTo>
                  <a:pt x="482924" y="83542"/>
                </a:lnTo>
                <a:lnTo>
                  <a:pt x="509395" y="90546"/>
                </a:lnTo>
                <a:lnTo>
                  <a:pt x="535722" y="97639"/>
                </a:lnTo>
                <a:lnTo>
                  <a:pt x="561975" y="104775"/>
                </a:lnTo>
                <a:lnTo>
                  <a:pt x="588228" y="111911"/>
                </a:lnTo>
                <a:lnTo>
                  <a:pt x="614555" y="119004"/>
                </a:lnTo>
                <a:lnTo>
                  <a:pt x="641026" y="126008"/>
                </a:lnTo>
                <a:lnTo>
                  <a:pt x="667715" y="132880"/>
                </a:lnTo>
                <a:lnTo>
                  <a:pt x="694695" y="139575"/>
                </a:lnTo>
                <a:lnTo>
                  <a:pt x="722037" y="146050"/>
                </a:lnTo>
                <a:lnTo>
                  <a:pt x="749816" y="152260"/>
                </a:lnTo>
                <a:lnTo>
                  <a:pt x="778102" y="158162"/>
                </a:lnTo>
                <a:lnTo>
                  <a:pt x="806970" y="163711"/>
                </a:lnTo>
                <a:lnTo>
                  <a:pt x="836491" y="168863"/>
                </a:lnTo>
                <a:lnTo>
                  <a:pt x="866738" y="173574"/>
                </a:lnTo>
                <a:lnTo>
                  <a:pt x="897784" y="177800"/>
                </a:lnTo>
                <a:lnTo>
                  <a:pt x="929701" y="181497"/>
                </a:lnTo>
                <a:lnTo>
                  <a:pt x="962563" y="184620"/>
                </a:lnTo>
                <a:lnTo>
                  <a:pt x="996441" y="187127"/>
                </a:lnTo>
                <a:lnTo>
                  <a:pt x="1031408" y="188971"/>
                </a:lnTo>
                <a:lnTo>
                  <a:pt x="1067537" y="190110"/>
                </a:lnTo>
                <a:lnTo>
                  <a:pt x="1104900" y="190500"/>
                </a:lnTo>
              </a:path>
            </a:pathLst>
          </a:custGeom>
          <a:noFill/>
          <a:ln w="8573">
            <a:solidFill>
              <a:srgbClr val="BAC8CF"/>
            </a:solidFill>
            <a:prstDash val="solid"/>
          </a:ln>
        </p:spPr>
      </p:sp>
      <p:sp>
        <p:nvSpPr>
          <p:cNvPr id="134" name="任意多边形: 形状 133">
            <a:extLst>
              <a:ext uri="{FF2B5EF4-FFF2-40B4-BE49-F238E27FC236}">
                <a16:creationId xmlns:a16="http://schemas.microsoft.com/office/drawing/2014/main" id="{2F8DEBC6-1281-4E9B-8E13-469B4AA85ACA}"/>
              </a:ext>
            </a:extLst>
          </p:cNvPr>
          <p:cNvSpPr>
            <a:spLocks noGrp="1"/>
          </p:cNvSpPr>
          <p:nvPr/>
        </p:nvSpPr>
        <p:spPr>
          <a:xfrm>
            <a:off x="9077325" y="2076450"/>
            <a:ext cx="1123950" cy="323850"/>
          </a:xfrm>
          <a:custGeom>
            <a:avLst/>
            <a:gdLst/>
            <a:ahLst/>
            <a:cxnLst/>
            <a:rect l="0" t="0" r="0" b="0"/>
            <a:pathLst>
              <a:path w="1123950" h="323850">
                <a:moveTo>
                  <a:pt x="19050" y="304800"/>
                </a:moveTo>
                <a:lnTo>
                  <a:pt x="56413" y="304151"/>
                </a:lnTo>
                <a:lnTo>
                  <a:pt x="92542" y="302252"/>
                </a:lnTo>
                <a:lnTo>
                  <a:pt x="127509" y="299178"/>
                </a:lnTo>
                <a:lnTo>
                  <a:pt x="161387" y="295001"/>
                </a:lnTo>
                <a:lnTo>
                  <a:pt x="194249" y="289795"/>
                </a:lnTo>
                <a:lnTo>
                  <a:pt x="226166" y="283633"/>
                </a:lnTo>
                <a:lnTo>
                  <a:pt x="257212" y="276590"/>
                </a:lnTo>
                <a:lnTo>
                  <a:pt x="287459" y="268738"/>
                </a:lnTo>
                <a:lnTo>
                  <a:pt x="316980" y="260152"/>
                </a:lnTo>
                <a:lnTo>
                  <a:pt x="345848" y="250903"/>
                </a:lnTo>
                <a:lnTo>
                  <a:pt x="374134" y="241067"/>
                </a:lnTo>
                <a:lnTo>
                  <a:pt x="401913" y="230717"/>
                </a:lnTo>
                <a:lnTo>
                  <a:pt x="429255" y="219925"/>
                </a:lnTo>
                <a:lnTo>
                  <a:pt x="456235" y="208766"/>
                </a:lnTo>
                <a:lnTo>
                  <a:pt x="482924" y="197313"/>
                </a:lnTo>
                <a:lnTo>
                  <a:pt x="509395" y="185640"/>
                </a:lnTo>
                <a:lnTo>
                  <a:pt x="535722" y="173819"/>
                </a:lnTo>
                <a:lnTo>
                  <a:pt x="561975" y="161925"/>
                </a:lnTo>
                <a:lnTo>
                  <a:pt x="588228" y="150031"/>
                </a:lnTo>
                <a:lnTo>
                  <a:pt x="614555" y="138210"/>
                </a:lnTo>
                <a:lnTo>
                  <a:pt x="641026" y="126537"/>
                </a:lnTo>
                <a:lnTo>
                  <a:pt x="667715" y="115084"/>
                </a:lnTo>
                <a:lnTo>
                  <a:pt x="694695" y="103925"/>
                </a:lnTo>
                <a:lnTo>
                  <a:pt x="722037" y="93133"/>
                </a:lnTo>
                <a:lnTo>
                  <a:pt x="749816" y="82783"/>
                </a:lnTo>
                <a:lnTo>
                  <a:pt x="778102" y="72947"/>
                </a:lnTo>
                <a:lnTo>
                  <a:pt x="806970" y="63698"/>
                </a:lnTo>
                <a:lnTo>
                  <a:pt x="836491" y="55112"/>
                </a:lnTo>
                <a:lnTo>
                  <a:pt x="866738" y="47260"/>
                </a:lnTo>
                <a:lnTo>
                  <a:pt x="897784" y="40217"/>
                </a:lnTo>
                <a:lnTo>
                  <a:pt x="929701" y="34055"/>
                </a:lnTo>
                <a:lnTo>
                  <a:pt x="962563" y="28849"/>
                </a:lnTo>
                <a:lnTo>
                  <a:pt x="996441" y="24672"/>
                </a:lnTo>
                <a:lnTo>
                  <a:pt x="1031408" y="21598"/>
                </a:lnTo>
                <a:lnTo>
                  <a:pt x="1067537" y="19699"/>
                </a:lnTo>
                <a:lnTo>
                  <a:pt x="1104900" y="19050"/>
                </a:lnTo>
              </a:path>
            </a:pathLst>
          </a:custGeom>
          <a:noFill/>
          <a:ln w="8573">
            <a:solidFill>
              <a:srgbClr val="BAC8CF"/>
            </a:solidFill>
            <a:prstDash val="solid"/>
          </a:ln>
        </p:spPr>
      </p:sp>
      <p:sp>
        <p:nvSpPr>
          <p:cNvPr id="135" name="椭圆 134">
            <a:extLst>
              <a:ext uri="{FF2B5EF4-FFF2-40B4-BE49-F238E27FC236}">
                <a16:creationId xmlns:a16="http://schemas.microsoft.com/office/drawing/2014/main" id="{EBDAE692-1D32-4424-BE99-71913C1AD037}"/>
              </a:ext>
            </a:extLst>
          </p:cNvPr>
          <p:cNvSpPr>
            <a:spLocks noGrp="1"/>
          </p:cNvSpPr>
          <p:nvPr/>
        </p:nvSpPr>
        <p:spPr>
          <a:xfrm>
            <a:off x="7820025" y="2162175"/>
            <a:ext cx="95250" cy="95250"/>
          </a:xfrm>
          <a:prstGeom prst="ellipse">
            <a:avLst/>
          </a:prstGeom>
          <a:solidFill>
            <a:srgbClr val="FFFFFF"/>
          </a:solidFill>
          <a:ln w="8573">
            <a:solidFill>
              <a:srgbClr val="4F7FA8"/>
            </a:solidFill>
            <a:prstDash val="solid"/>
          </a:ln>
        </p:spPr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82392D2A-9477-40C3-936B-540FF43501D5}"/>
              </a:ext>
            </a:extLst>
          </p:cNvPr>
          <p:cNvSpPr>
            <a:spLocks noGrp="1"/>
          </p:cNvSpPr>
          <p:nvPr/>
        </p:nvSpPr>
        <p:spPr>
          <a:xfrm>
            <a:off x="9001125" y="2333625"/>
            <a:ext cx="95250" cy="95250"/>
          </a:xfrm>
          <a:prstGeom prst="ellipse">
            <a:avLst/>
          </a:prstGeom>
          <a:solidFill>
            <a:srgbClr val="FFFFFF"/>
          </a:solidFill>
          <a:ln w="8573">
            <a:solidFill>
              <a:srgbClr val="4F7FA8"/>
            </a:solidFill>
            <a:prstDash val="solid"/>
          </a:ln>
        </p:spPr>
      </p:sp>
      <p:sp>
        <p:nvSpPr>
          <p:cNvPr id="137" name="椭圆 136">
            <a:extLst>
              <a:ext uri="{FF2B5EF4-FFF2-40B4-BE49-F238E27FC236}">
                <a16:creationId xmlns:a16="http://schemas.microsoft.com/office/drawing/2014/main" id="{B5B63F17-B78C-4BBD-B046-D2BC751A455A}"/>
              </a:ext>
            </a:extLst>
          </p:cNvPr>
          <p:cNvSpPr>
            <a:spLocks noGrp="1"/>
          </p:cNvSpPr>
          <p:nvPr/>
        </p:nvSpPr>
        <p:spPr>
          <a:xfrm>
            <a:off x="10182225" y="2047875"/>
            <a:ext cx="95250" cy="95250"/>
          </a:xfrm>
          <a:prstGeom prst="ellipse">
            <a:avLst/>
          </a:prstGeom>
          <a:solidFill>
            <a:srgbClr val="FFFFFF"/>
          </a:solidFill>
          <a:ln w="8573">
            <a:solidFill>
              <a:srgbClr val="4F7FA8"/>
            </a:solidFill>
            <a:prstDash val="solid"/>
          </a:ln>
        </p:spPr>
      </p:sp>
      <p:sp>
        <p:nvSpPr>
          <p:cNvPr id="138" name="任意多边形: 形状 137">
            <a:extLst>
              <a:ext uri="{FF2B5EF4-FFF2-40B4-BE49-F238E27FC236}">
                <a16:creationId xmlns:a16="http://schemas.microsoft.com/office/drawing/2014/main" id="{32219C0E-6DFE-4A49-B9C4-BC847770D068}"/>
              </a:ext>
            </a:extLst>
          </p:cNvPr>
          <p:cNvSpPr>
            <a:spLocks noGrp="1"/>
          </p:cNvSpPr>
          <p:nvPr/>
        </p:nvSpPr>
        <p:spPr>
          <a:xfrm>
            <a:off x="7939088" y="2557463"/>
            <a:ext cx="1038225" cy="314325"/>
          </a:xfrm>
          <a:custGeom>
            <a:avLst/>
            <a:gdLst/>
            <a:ahLst/>
            <a:cxnLst/>
            <a:rect l="0" t="0" r="0" b="0"/>
            <a:pathLst>
              <a:path w="1038225" h="314325">
                <a:moveTo>
                  <a:pt x="71438" y="242888"/>
                </a:moveTo>
                <a:lnTo>
                  <a:pt x="102246" y="242498"/>
                </a:lnTo>
                <a:lnTo>
                  <a:pt x="132036" y="241359"/>
                </a:lnTo>
                <a:lnTo>
                  <a:pt x="160869" y="239514"/>
                </a:lnTo>
                <a:lnTo>
                  <a:pt x="188803" y="237008"/>
                </a:lnTo>
                <a:lnTo>
                  <a:pt x="215899" y="233884"/>
                </a:lnTo>
                <a:lnTo>
                  <a:pt x="242217" y="230188"/>
                </a:lnTo>
                <a:lnTo>
                  <a:pt x="267817" y="225962"/>
                </a:lnTo>
                <a:lnTo>
                  <a:pt x="292757" y="221250"/>
                </a:lnTo>
                <a:lnTo>
                  <a:pt x="317099" y="216098"/>
                </a:lnTo>
                <a:lnTo>
                  <a:pt x="340902" y="210550"/>
                </a:lnTo>
                <a:lnTo>
                  <a:pt x="364226" y="204648"/>
                </a:lnTo>
                <a:lnTo>
                  <a:pt x="387131" y="198438"/>
                </a:lnTo>
                <a:lnTo>
                  <a:pt x="409677" y="191963"/>
                </a:lnTo>
                <a:lnTo>
                  <a:pt x="431923" y="185267"/>
                </a:lnTo>
                <a:lnTo>
                  <a:pt x="453930" y="178395"/>
                </a:lnTo>
                <a:lnTo>
                  <a:pt x="475757" y="171391"/>
                </a:lnTo>
                <a:lnTo>
                  <a:pt x="497465" y="164299"/>
                </a:lnTo>
                <a:lnTo>
                  <a:pt x="519113" y="157163"/>
                </a:lnTo>
                <a:lnTo>
                  <a:pt x="540760" y="150026"/>
                </a:lnTo>
                <a:lnTo>
                  <a:pt x="562468" y="142934"/>
                </a:lnTo>
                <a:lnTo>
                  <a:pt x="584295" y="135930"/>
                </a:lnTo>
                <a:lnTo>
                  <a:pt x="606302" y="129058"/>
                </a:lnTo>
                <a:lnTo>
                  <a:pt x="628548" y="122362"/>
                </a:lnTo>
                <a:lnTo>
                  <a:pt x="651094" y="115887"/>
                </a:lnTo>
                <a:lnTo>
                  <a:pt x="673999" y="109677"/>
                </a:lnTo>
                <a:lnTo>
                  <a:pt x="697323" y="103775"/>
                </a:lnTo>
                <a:lnTo>
                  <a:pt x="721126" y="98227"/>
                </a:lnTo>
                <a:lnTo>
                  <a:pt x="745468" y="93075"/>
                </a:lnTo>
                <a:lnTo>
                  <a:pt x="770408" y="88363"/>
                </a:lnTo>
                <a:lnTo>
                  <a:pt x="796008" y="84138"/>
                </a:lnTo>
                <a:lnTo>
                  <a:pt x="822326" y="80441"/>
                </a:lnTo>
                <a:lnTo>
                  <a:pt x="849422" y="77317"/>
                </a:lnTo>
                <a:lnTo>
                  <a:pt x="877356" y="74811"/>
                </a:lnTo>
                <a:lnTo>
                  <a:pt x="906189" y="72966"/>
                </a:lnTo>
                <a:lnTo>
                  <a:pt x="935979" y="71827"/>
                </a:lnTo>
                <a:lnTo>
                  <a:pt x="966788" y="71438"/>
                </a:lnTo>
              </a:path>
            </a:pathLst>
          </a:custGeom>
          <a:noFill/>
          <a:ln w="123825">
            <a:solidFill>
              <a:srgbClr val="D6E8E4"/>
            </a:solidFill>
            <a:prstDash val="solid"/>
          </a:ln>
        </p:spPr>
      </p:sp>
      <p:sp>
        <p:nvSpPr>
          <p:cNvPr id="139" name="任意多边形: 形状 138">
            <a:extLst>
              <a:ext uri="{FF2B5EF4-FFF2-40B4-BE49-F238E27FC236}">
                <a16:creationId xmlns:a16="http://schemas.microsoft.com/office/drawing/2014/main" id="{E27CB195-0E08-4D71-AC3A-B6E1D35EF8E4}"/>
              </a:ext>
            </a:extLst>
          </p:cNvPr>
          <p:cNvSpPr>
            <a:spLocks noGrp="1"/>
          </p:cNvSpPr>
          <p:nvPr/>
        </p:nvSpPr>
        <p:spPr>
          <a:xfrm>
            <a:off x="9120188" y="2557463"/>
            <a:ext cx="1038225" cy="371475"/>
          </a:xfrm>
          <a:custGeom>
            <a:avLst/>
            <a:gdLst/>
            <a:ahLst/>
            <a:cxnLst/>
            <a:rect l="0" t="0" r="0" b="0"/>
            <a:pathLst>
              <a:path w="1038225" h="371475">
                <a:moveTo>
                  <a:pt x="71438" y="71438"/>
                </a:moveTo>
                <a:lnTo>
                  <a:pt x="102246" y="71957"/>
                </a:lnTo>
                <a:lnTo>
                  <a:pt x="132036" y="73476"/>
                </a:lnTo>
                <a:lnTo>
                  <a:pt x="160869" y="75935"/>
                </a:lnTo>
                <a:lnTo>
                  <a:pt x="188803" y="79277"/>
                </a:lnTo>
                <a:lnTo>
                  <a:pt x="215899" y="83442"/>
                </a:lnTo>
                <a:lnTo>
                  <a:pt x="242217" y="88371"/>
                </a:lnTo>
                <a:lnTo>
                  <a:pt x="267817" y="94005"/>
                </a:lnTo>
                <a:lnTo>
                  <a:pt x="292757" y="100287"/>
                </a:lnTo>
                <a:lnTo>
                  <a:pt x="317099" y="107156"/>
                </a:lnTo>
                <a:lnTo>
                  <a:pt x="340902" y="114555"/>
                </a:lnTo>
                <a:lnTo>
                  <a:pt x="364226" y="122424"/>
                </a:lnTo>
                <a:lnTo>
                  <a:pt x="387131" y="130704"/>
                </a:lnTo>
                <a:lnTo>
                  <a:pt x="409677" y="139337"/>
                </a:lnTo>
                <a:lnTo>
                  <a:pt x="431923" y="148265"/>
                </a:lnTo>
                <a:lnTo>
                  <a:pt x="453930" y="157427"/>
                </a:lnTo>
                <a:lnTo>
                  <a:pt x="475757" y="166766"/>
                </a:lnTo>
                <a:lnTo>
                  <a:pt x="497465" y="176222"/>
                </a:lnTo>
                <a:lnTo>
                  <a:pt x="519113" y="185738"/>
                </a:lnTo>
                <a:lnTo>
                  <a:pt x="540760" y="195253"/>
                </a:lnTo>
                <a:lnTo>
                  <a:pt x="562468" y="204709"/>
                </a:lnTo>
                <a:lnTo>
                  <a:pt x="584295" y="214048"/>
                </a:lnTo>
                <a:lnTo>
                  <a:pt x="606302" y="223210"/>
                </a:lnTo>
                <a:lnTo>
                  <a:pt x="628548" y="232138"/>
                </a:lnTo>
                <a:lnTo>
                  <a:pt x="651094" y="240771"/>
                </a:lnTo>
                <a:lnTo>
                  <a:pt x="673999" y="249051"/>
                </a:lnTo>
                <a:lnTo>
                  <a:pt x="697323" y="256920"/>
                </a:lnTo>
                <a:lnTo>
                  <a:pt x="721126" y="264319"/>
                </a:lnTo>
                <a:lnTo>
                  <a:pt x="745468" y="271188"/>
                </a:lnTo>
                <a:lnTo>
                  <a:pt x="770408" y="277470"/>
                </a:lnTo>
                <a:lnTo>
                  <a:pt x="796008" y="283104"/>
                </a:lnTo>
                <a:lnTo>
                  <a:pt x="822326" y="288033"/>
                </a:lnTo>
                <a:lnTo>
                  <a:pt x="849422" y="292198"/>
                </a:lnTo>
                <a:lnTo>
                  <a:pt x="877356" y="295540"/>
                </a:lnTo>
                <a:lnTo>
                  <a:pt x="906189" y="297999"/>
                </a:lnTo>
                <a:lnTo>
                  <a:pt x="935979" y="299518"/>
                </a:lnTo>
                <a:lnTo>
                  <a:pt x="966788" y="300038"/>
                </a:lnTo>
              </a:path>
            </a:pathLst>
          </a:custGeom>
          <a:noFill/>
          <a:ln w="123825">
            <a:solidFill>
              <a:srgbClr val="D6E8E4"/>
            </a:solidFill>
            <a:prstDash val="solid"/>
          </a:ln>
        </p:spPr>
      </p:sp>
      <p:sp>
        <p:nvSpPr>
          <p:cNvPr id="140" name="任意多边形: 形状 139">
            <a:extLst>
              <a:ext uri="{FF2B5EF4-FFF2-40B4-BE49-F238E27FC236}">
                <a16:creationId xmlns:a16="http://schemas.microsoft.com/office/drawing/2014/main" id="{1EB8683B-7CC1-474A-AE72-541FB3E90D73}"/>
              </a:ext>
            </a:extLst>
          </p:cNvPr>
          <p:cNvSpPr>
            <a:spLocks noGrp="1"/>
          </p:cNvSpPr>
          <p:nvPr/>
        </p:nvSpPr>
        <p:spPr>
          <a:xfrm>
            <a:off x="7986713" y="2605088"/>
            <a:ext cx="942975" cy="219075"/>
          </a:xfrm>
          <a:custGeom>
            <a:avLst/>
            <a:gdLst/>
            <a:ahLst/>
            <a:cxnLst/>
            <a:rect l="0" t="0" r="0" b="0"/>
            <a:pathLst>
              <a:path w="942975" h="219075">
                <a:moveTo>
                  <a:pt x="23813" y="195263"/>
                </a:moveTo>
                <a:lnTo>
                  <a:pt x="54621" y="194873"/>
                </a:lnTo>
                <a:lnTo>
                  <a:pt x="84411" y="193734"/>
                </a:lnTo>
                <a:lnTo>
                  <a:pt x="113244" y="191889"/>
                </a:lnTo>
                <a:lnTo>
                  <a:pt x="141178" y="189383"/>
                </a:lnTo>
                <a:lnTo>
                  <a:pt x="168274" y="186259"/>
                </a:lnTo>
                <a:lnTo>
                  <a:pt x="194592" y="182563"/>
                </a:lnTo>
                <a:lnTo>
                  <a:pt x="220192" y="178337"/>
                </a:lnTo>
                <a:lnTo>
                  <a:pt x="245132" y="173625"/>
                </a:lnTo>
                <a:lnTo>
                  <a:pt x="269474" y="168473"/>
                </a:lnTo>
                <a:lnTo>
                  <a:pt x="293277" y="162925"/>
                </a:lnTo>
                <a:lnTo>
                  <a:pt x="316601" y="157023"/>
                </a:lnTo>
                <a:lnTo>
                  <a:pt x="339506" y="150813"/>
                </a:lnTo>
                <a:lnTo>
                  <a:pt x="362052" y="144338"/>
                </a:lnTo>
                <a:lnTo>
                  <a:pt x="384298" y="137642"/>
                </a:lnTo>
                <a:lnTo>
                  <a:pt x="406305" y="130770"/>
                </a:lnTo>
                <a:lnTo>
                  <a:pt x="428132" y="123766"/>
                </a:lnTo>
                <a:lnTo>
                  <a:pt x="449840" y="116674"/>
                </a:lnTo>
                <a:lnTo>
                  <a:pt x="471488" y="109538"/>
                </a:lnTo>
                <a:lnTo>
                  <a:pt x="493135" y="102401"/>
                </a:lnTo>
                <a:lnTo>
                  <a:pt x="514843" y="95309"/>
                </a:lnTo>
                <a:lnTo>
                  <a:pt x="536670" y="88305"/>
                </a:lnTo>
                <a:lnTo>
                  <a:pt x="558677" y="81433"/>
                </a:lnTo>
                <a:lnTo>
                  <a:pt x="580923" y="74737"/>
                </a:lnTo>
                <a:lnTo>
                  <a:pt x="603469" y="68262"/>
                </a:lnTo>
                <a:lnTo>
                  <a:pt x="626374" y="62052"/>
                </a:lnTo>
                <a:lnTo>
                  <a:pt x="649698" y="56150"/>
                </a:lnTo>
                <a:lnTo>
                  <a:pt x="673501" y="50602"/>
                </a:lnTo>
                <a:lnTo>
                  <a:pt x="697843" y="45450"/>
                </a:lnTo>
                <a:lnTo>
                  <a:pt x="722783" y="40738"/>
                </a:lnTo>
                <a:lnTo>
                  <a:pt x="748383" y="36513"/>
                </a:lnTo>
                <a:lnTo>
                  <a:pt x="774701" y="32816"/>
                </a:lnTo>
                <a:lnTo>
                  <a:pt x="801797" y="29692"/>
                </a:lnTo>
                <a:lnTo>
                  <a:pt x="829731" y="27186"/>
                </a:lnTo>
                <a:lnTo>
                  <a:pt x="858564" y="25341"/>
                </a:lnTo>
                <a:lnTo>
                  <a:pt x="888354" y="24202"/>
                </a:lnTo>
                <a:lnTo>
                  <a:pt x="919163" y="23813"/>
                </a:lnTo>
              </a:path>
            </a:pathLst>
          </a:custGeom>
          <a:noFill/>
          <a:ln w="28575">
            <a:solidFill>
              <a:srgbClr val="34766D"/>
            </a:solidFill>
            <a:prstDash val="solid"/>
          </a:ln>
        </p:spPr>
      </p:sp>
      <p:sp>
        <p:nvSpPr>
          <p:cNvPr id="141" name="任意多边形: 形状 140">
            <a:extLst>
              <a:ext uri="{FF2B5EF4-FFF2-40B4-BE49-F238E27FC236}">
                <a16:creationId xmlns:a16="http://schemas.microsoft.com/office/drawing/2014/main" id="{C259D704-8E53-4B77-AA48-67365E416E50}"/>
              </a:ext>
            </a:extLst>
          </p:cNvPr>
          <p:cNvSpPr>
            <a:spLocks noGrp="1"/>
          </p:cNvSpPr>
          <p:nvPr/>
        </p:nvSpPr>
        <p:spPr>
          <a:xfrm>
            <a:off x="9167813" y="2605088"/>
            <a:ext cx="942975" cy="276225"/>
          </a:xfrm>
          <a:custGeom>
            <a:avLst/>
            <a:gdLst/>
            <a:ahLst/>
            <a:cxnLst/>
            <a:rect l="0" t="0" r="0" b="0"/>
            <a:pathLst>
              <a:path w="942975" h="276225">
                <a:moveTo>
                  <a:pt x="23813" y="23813"/>
                </a:moveTo>
                <a:lnTo>
                  <a:pt x="54621" y="24332"/>
                </a:lnTo>
                <a:lnTo>
                  <a:pt x="84411" y="25851"/>
                </a:lnTo>
                <a:lnTo>
                  <a:pt x="113244" y="28310"/>
                </a:lnTo>
                <a:lnTo>
                  <a:pt x="141178" y="31652"/>
                </a:lnTo>
                <a:lnTo>
                  <a:pt x="168274" y="35817"/>
                </a:lnTo>
                <a:lnTo>
                  <a:pt x="194592" y="40746"/>
                </a:lnTo>
                <a:lnTo>
                  <a:pt x="220192" y="46380"/>
                </a:lnTo>
                <a:lnTo>
                  <a:pt x="245132" y="52662"/>
                </a:lnTo>
                <a:lnTo>
                  <a:pt x="269474" y="59531"/>
                </a:lnTo>
                <a:lnTo>
                  <a:pt x="293277" y="66930"/>
                </a:lnTo>
                <a:lnTo>
                  <a:pt x="316601" y="74799"/>
                </a:lnTo>
                <a:lnTo>
                  <a:pt x="339506" y="83079"/>
                </a:lnTo>
                <a:lnTo>
                  <a:pt x="362052" y="91712"/>
                </a:lnTo>
                <a:lnTo>
                  <a:pt x="384298" y="100640"/>
                </a:lnTo>
                <a:lnTo>
                  <a:pt x="406305" y="109802"/>
                </a:lnTo>
                <a:lnTo>
                  <a:pt x="428132" y="119141"/>
                </a:lnTo>
                <a:lnTo>
                  <a:pt x="449840" y="128597"/>
                </a:lnTo>
                <a:lnTo>
                  <a:pt x="471488" y="138113"/>
                </a:lnTo>
                <a:lnTo>
                  <a:pt x="493135" y="147628"/>
                </a:lnTo>
                <a:lnTo>
                  <a:pt x="514843" y="157084"/>
                </a:lnTo>
                <a:lnTo>
                  <a:pt x="536670" y="166423"/>
                </a:lnTo>
                <a:lnTo>
                  <a:pt x="558677" y="175585"/>
                </a:lnTo>
                <a:lnTo>
                  <a:pt x="580923" y="184513"/>
                </a:lnTo>
                <a:lnTo>
                  <a:pt x="603469" y="193146"/>
                </a:lnTo>
                <a:lnTo>
                  <a:pt x="626374" y="201426"/>
                </a:lnTo>
                <a:lnTo>
                  <a:pt x="649698" y="209295"/>
                </a:lnTo>
                <a:lnTo>
                  <a:pt x="673501" y="216694"/>
                </a:lnTo>
                <a:lnTo>
                  <a:pt x="697843" y="223563"/>
                </a:lnTo>
                <a:lnTo>
                  <a:pt x="722783" y="229845"/>
                </a:lnTo>
                <a:lnTo>
                  <a:pt x="748383" y="235479"/>
                </a:lnTo>
                <a:lnTo>
                  <a:pt x="774701" y="240408"/>
                </a:lnTo>
                <a:lnTo>
                  <a:pt x="801797" y="244573"/>
                </a:lnTo>
                <a:lnTo>
                  <a:pt x="829731" y="247915"/>
                </a:lnTo>
                <a:lnTo>
                  <a:pt x="858564" y="250374"/>
                </a:lnTo>
                <a:lnTo>
                  <a:pt x="888354" y="251893"/>
                </a:lnTo>
                <a:lnTo>
                  <a:pt x="919163" y="252413"/>
                </a:lnTo>
              </a:path>
            </a:pathLst>
          </a:custGeom>
          <a:noFill/>
          <a:ln w="28575">
            <a:solidFill>
              <a:srgbClr val="34766D"/>
            </a:solidFill>
            <a:prstDash val="solid"/>
          </a:ln>
        </p:spPr>
      </p:sp>
      <p:sp>
        <p:nvSpPr>
          <p:cNvPr id="142" name="椭圆 141">
            <a:extLst>
              <a:ext uri="{FF2B5EF4-FFF2-40B4-BE49-F238E27FC236}">
                <a16:creationId xmlns:a16="http://schemas.microsoft.com/office/drawing/2014/main" id="{BC278F32-AF43-4D5F-BB89-4C345BBCF5CD}"/>
              </a:ext>
            </a:extLst>
          </p:cNvPr>
          <p:cNvSpPr>
            <a:spLocks noGrp="1"/>
          </p:cNvSpPr>
          <p:nvPr/>
        </p:nvSpPr>
        <p:spPr>
          <a:xfrm>
            <a:off x="7724775" y="2657475"/>
            <a:ext cx="285750" cy="285750"/>
          </a:xfrm>
          <a:prstGeom prst="ellipse">
            <a:avLst/>
          </a:prstGeom>
          <a:solidFill>
            <a:srgbClr val="FFFFFF"/>
          </a:solidFill>
          <a:ln w="11906">
            <a:solidFill>
              <a:srgbClr val="34766D"/>
            </a:solidFill>
            <a:prstDash val="solid"/>
          </a:ln>
        </p:spPr>
      </p:sp>
      <p:sp>
        <p:nvSpPr>
          <p:cNvPr id="143" name="椭圆 142">
            <a:extLst>
              <a:ext uri="{FF2B5EF4-FFF2-40B4-BE49-F238E27FC236}">
                <a16:creationId xmlns:a16="http://schemas.microsoft.com/office/drawing/2014/main" id="{BE5A80A6-9332-43B7-BE93-B795D7F1BDCB}"/>
              </a:ext>
            </a:extLst>
          </p:cNvPr>
          <p:cNvSpPr>
            <a:spLocks noGrp="1"/>
          </p:cNvSpPr>
          <p:nvPr/>
        </p:nvSpPr>
        <p:spPr>
          <a:xfrm>
            <a:off x="7800975" y="2733675"/>
            <a:ext cx="133350" cy="133350"/>
          </a:xfrm>
          <a:prstGeom prst="ellipse">
            <a:avLst/>
          </a:prstGeom>
          <a:solidFill>
            <a:srgbClr val="EAF4F1"/>
          </a:solidFill>
          <a:ln w="7620">
            <a:solidFill>
              <a:srgbClr val="5D9B91"/>
            </a:solidFill>
            <a:prstDash val="solid"/>
          </a:ln>
        </p:spPr>
      </p:sp>
      <p:sp>
        <p:nvSpPr>
          <p:cNvPr id="144" name="椭圆 143">
            <a:extLst>
              <a:ext uri="{FF2B5EF4-FFF2-40B4-BE49-F238E27FC236}">
                <a16:creationId xmlns:a16="http://schemas.microsoft.com/office/drawing/2014/main" id="{1CC7CFCE-F16C-43C4-AB0C-BA4751D1AC95}"/>
              </a:ext>
            </a:extLst>
          </p:cNvPr>
          <p:cNvSpPr>
            <a:spLocks noGrp="1"/>
          </p:cNvSpPr>
          <p:nvPr/>
        </p:nvSpPr>
        <p:spPr>
          <a:xfrm>
            <a:off x="7843838" y="2776538"/>
            <a:ext cx="47625" cy="47625"/>
          </a:xfrm>
          <a:prstGeom prst="ellipse">
            <a:avLst/>
          </a:prstGeom>
          <a:solidFill>
            <a:srgbClr val="34766D"/>
          </a:solidFill>
          <a:ln w="0">
            <a:solidFill>
              <a:srgbClr val="34766D"/>
            </a:solidFill>
            <a:prstDash val="solid"/>
          </a:ln>
        </p:spPr>
      </p:sp>
      <p:sp>
        <p:nvSpPr>
          <p:cNvPr id="145" name="椭圆 144">
            <a:extLst>
              <a:ext uri="{FF2B5EF4-FFF2-40B4-BE49-F238E27FC236}">
                <a16:creationId xmlns:a16="http://schemas.microsoft.com/office/drawing/2014/main" id="{5985E709-8AA7-40D0-A02E-411120590085}"/>
              </a:ext>
            </a:extLst>
          </p:cNvPr>
          <p:cNvSpPr>
            <a:spLocks noGrp="1"/>
          </p:cNvSpPr>
          <p:nvPr/>
        </p:nvSpPr>
        <p:spPr>
          <a:xfrm>
            <a:off x="8905875" y="2486025"/>
            <a:ext cx="285750" cy="285750"/>
          </a:xfrm>
          <a:prstGeom prst="ellipse">
            <a:avLst/>
          </a:prstGeom>
          <a:solidFill>
            <a:srgbClr val="FFFFFF"/>
          </a:solidFill>
          <a:ln w="11906">
            <a:solidFill>
              <a:srgbClr val="34766D"/>
            </a:solidFill>
            <a:prstDash val="solid"/>
          </a:ln>
        </p:spPr>
      </p:sp>
      <p:sp>
        <p:nvSpPr>
          <p:cNvPr id="146" name="椭圆 145">
            <a:extLst>
              <a:ext uri="{FF2B5EF4-FFF2-40B4-BE49-F238E27FC236}">
                <a16:creationId xmlns:a16="http://schemas.microsoft.com/office/drawing/2014/main" id="{D50E4BC9-52B7-45EA-8DFC-25F71BFBA7F9}"/>
              </a:ext>
            </a:extLst>
          </p:cNvPr>
          <p:cNvSpPr>
            <a:spLocks noGrp="1"/>
          </p:cNvSpPr>
          <p:nvPr/>
        </p:nvSpPr>
        <p:spPr>
          <a:xfrm>
            <a:off x="8982075" y="2562225"/>
            <a:ext cx="133350" cy="133350"/>
          </a:xfrm>
          <a:prstGeom prst="ellipse">
            <a:avLst/>
          </a:prstGeom>
          <a:solidFill>
            <a:srgbClr val="EAF4F1"/>
          </a:solidFill>
          <a:ln w="7620">
            <a:solidFill>
              <a:srgbClr val="5D9B91"/>
            </a:solidFill>
            <a:prstDash val="solid"/>
          </a:ln>
        </p:spPr>
      </p:sp>
      <p:sp>
        <p:nvSpPr>
          <p:cNvPr id="147" name="椭圆 146">
            <a:extLst>
              <a:ext uri="{FF2B5EF4-FFF2-40B4-BE49-F238E27FC236}">
                <a16:creationId xmlns:a16="http://schemas.microsoft.com/office/drawing/2014/main" id="{4DA52EE5-1FCE-459C-B52B-54B4B75281C0}"/>
              </a:ext>
            </a:extLst>
          </p:cNvPr>
          <p:cNvSpPr>
            <a:spLocks noGrp="1"/>
          </p:cNvSpPr>
          <p:nvPr/>
        </p:nvSpPr>
        <p:spPr>
          <a:xfrm>
            <a:off x="9024938" y="2605088"/>
            <a:ext cx="47625" cy="47625"/>
          </a:xfrm>
          <a:prstGeom prst="ellipse">
            <a:avLst/>
          </a:prstGeom>
          <a:solidFill>
            <a:srgbClr val="34766D"/>
          </a:solidFill>
          <a:ln w="0">
            <a:solidFill>
              <a:srgbClr val="34766D"/>
            </a:solidFill>
            <a:prstDash val="solid"/>
          </a:ln>
        </p:spPr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E435D4D8-E2FF-4F4E-B1FB-0FD2126E980C}"/>
              </a:ext>
            </a:extLst>
          </p:cNvPr>
          <p:cNvSpPr>
            <a:spLocks noGrp="1"/>
          </p:cNvSpPr>
          <p:nvPr/>
        </p:nvSpPr>
        <p:spPr>
          <a:xfrm>
            <a:off x="10086975" y="2714625"/>
            <a:ext cx="285750" cy="285750"/>
          </a:xfrm>
          <a:prstGeom prst="ellipse">
            <a:avLst/>
          </a:prstGeom>
          <a:solidFill>
            <a:srgbClr val="FFFFFF"/>
          </a:solidFill>
          <a:ln w="11906">
            <a:solidFill>
              <a:srgbClr val="34766D"/>
            </a:solidFill>
            <a:prstDash val="solid"/>
          </a:ln>
        </p:spPr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DB1CEE4D-4D54-4B97-877C-825BF05AEE2E}"/>
              </a:ext>
            </a:extLst>
          </p:cNvPr>
          <p:cNvSpPr>
            <a:spLocks noGrp="1"/>
          </p:cNvSpPr>
          <p:nvPr/>
        </p:nvSpPr>
        <p:spPr>
          <a:xfrm>
            <a:off x="10163175" y="2790825"/>
            <a:ext cx="133350" cy="133350"/>
          </a:xfrm>
          <a:prstGeom prst="ellipse">
            <a:avLst/>
          </a:prstGeom>
          <a:solidFill>
            <a:srgbClr val="EAF4F1"/>
          </a:solidFill>
          <a:ln w="7620">
            <a:solidFill>
              <a:srgbClr val="5D9B91"/>
            </a:solidFill>
            <a:prstDash val="solid"/>
          </a:ln>
        </p:spPr>
      </p:sp>
      <p:sp>
        <p:nvSpPr>
          <p:cNvPr id="150" name="椭圆 149">
            <a:extLst>
              <a:ext uri="{FF2B5EF4-FFF2-40B4-BE49-F238E27FC236}">
                <a16:creationId xmlns:a16="http://schemas.microsoft.com/office/drawing/2014/main" id="{954EB646-4292-4091-A46B-247B494AC614}"/>
              </a:ext>
            </a:extLst>
          </p:cNvPr>
          <p:cNvSpPr>
            <a:spLocks noGrp="1"/>
          </p:cNvSpPr>
          <p:nvPr/>
        </p:nvSpPr>
        <p:spPr>
          <a:xfrm>
            <a:off x="10206038" y="2833688"/>
            <a:ext cx="47625" cy="47625"/>
          </a:xfrm>
          <a:prstGeom prst="ellipse">
            <a:avLst/>
          </a:prstGeom>
          <a:solidFill>
            <a:srgbClr val="34766D"/>
          </a:solidFill>
          <a:ln w="0">
            <a:solidFill>
              <a:srgbClr val="34766D"/>
            </a:solidFill>
            <a:prstDash val="solid"/>
          </a:ln>
        </p:spPr>
      </p:sp>
      <p:sp>
        <p:nvSpPr>
          <p:cNvPr id="151" name="任意多边形: 形状 150">
            <a:extLst>
              <a:ext uri="{FF2B5EF4-FFF2-40B4-BE49-F238E27FC236}">
                <a16:creationId xmlns:a16="http://schemas.microsoft.com/office/drawing/2014/main" id="{56D1AC4D-D426-43AE-A5E7-D3F0714B17AD}"/>
              </a:ext>
            </a:extLst>
          </p:cNvPr>
          <p:cNvSpPr>
            <a:spLocks noGrp="1"/>
          </p:cNvSpPr>
          <p:nvPr/>
        </p:nvSpPr>
        <p:spPr>
          <a:xfrm>
            <a:off x="7896225" y="3124200"/>
            <a:ext cx="1123950" cy="247650"/>
          </a:xfrm>
          <a:custGeom>
            <a:avLst/>
            <a:gdLst/>
            <a:ahLst/>
            <a:cxnLst/>
            <a:rect l="0" t="0" r="0" b="0"/>
            <a:pathLst>
              <a:path w="1123950" h="247650">
                <a:moveTo>
                  <a:pt x="19050" y="228600"/>
                </a:moveTo>
                <a:lnTo>
                  <a:pt x="56413" y="228124"/>
                </a:lnTo>
                <a:lnTo>
                  <a:pt x="92542" y="226732"/>
                </a:lnTo>
                <a:lnTo>
                  <a:pt x="127509" y="224477"/>
                </a:lnTo>
                <a:lnTo>
                  <a:pt x="161387" y="221414"/>
                </a:lnTo>
                <a:lnTo>
                  <a:pt x="194249" y="217596"/>
                </a:lnTo>
                <a:lnTo>
                  <a:pt x="226166" y="213078"/>
                </a:lnTo>
                <a:lnTo>
                  <a:pt x="257212" y="207913"/>
                </a:lnTo>
                <a:lnTo>
                  <a:pt x="287459" y="202155"/>
                </a:lnTo>
                <a:lnTo>
                  <a:pt x="316980" y="195858"/>
                </a:lnTo>
                <a:lnTo>
                  <a:pt x="345848" y="189076"/>
                </a:lnTo>
                <a:lnTo>
                  <a:pt x="374134" y="181863"/>
                </a:lnTo>
                <a:lnTo>
                  <a:pt x="401913" y="174272"/>
                </a:lnTo>
                <a:lnTo>
                  <a:pt x="429255" y="166358"/>
                </a:lnTo>
                <a:lnTo>
                  <a:pt x="456235" y="158175"/>
                </a:lnTo>
                <a:lnTo>
                  <a:pt x="482924" y="149776"/>
                </a:lnTo>
                <a:lnTo>
                  <a:pt x="509395" y="141216"/>
                </a:lnTo>
                <a:lnTo>
                  <a:pt x="535722" y="132547"/>
                </a:lnTo>
                <a:lnTo>
                  <a:pt x="561975" y="123825"/>
                </a:lnTo>
                <a:lnTo>
                  <a:pt x="588228" y="115103"/>
                </a:lnTo>
                <a:lnTo>
                  <a:pt x="614555" y="106434"/>
                </a:lnTo>
                <a:lnTo>
                  <a:pt x="641026" y="97874"/>
                </a:lnTo>
                <a:lnTo>
                  <a:pt x="667715" y="89475"/>
                </a:lnTo>
                <a:lnTo>
                  <a:pt x="694695" y="81292"/>
                </a:lnTo>
                <a:lnTo>
                  <a:pt x="722037" y="73378"/>
                </a:lnTo>
                <a:lnTo>
                  <a:pt x="749816" y="65787"/>
                </a:lnTo>
                <a:lnTo>
                  <a:pt x="778102" y="58574"/>
                </a:lnTo>
                <a:lnTo>
                  <a:pt x="806970" y="51792"/>
                </a:lnTo>
                <a:lnTo>
                  <a:pt x="836491" y="45495"/>
                </a:lnTo>
                <a:lnTo>
                  <a:pt x="866738" y="39737"/>
                </a:lnTo>
                <a:lnTo>
                  <a:pt x="897784" y="34572"/>
                </a:lnTo>
                <a:lnTo>
                  <a:pt x="929701" y="30054"/>
                </a:lnTo>
                <a:lnTo>
                  <a:pt x="962563" y="26236"/>
                </a:lnTo>
                <a:lnTo>
                  <a:pt x="996441" y="23173"/>
                </a:lnTo>
                <a:lnTo>
                  <a:pt x="1031408" y="20918"/>
                </a:lnTo>
                <a:lnTo>
                  <a:pt x="1067537" y="19526"/>
                </a:lnTo>
                <a:lnTo>
                  <a:pt x="1104900" y="19050"/>
                </a:lnTo>
              </a:path>
            </a:pathLst>
          </a:custGeom>
          <a:noFill/>
          <a:ln w="8573">
            <a:solidFill>
              <a:srgbClr val="BAC8CF"/>
            </a:solidFill>
            <a:prstDash val="solid"/>
          </a:ln>
        </p:spPr>
      </p:sp>
      <p:sp>
        <p:nvSpPr>
          <p:cNvPr id="152" name="任意多边形: 形状 151">
            <a:extLst>
              <a:ext uri="{FF2B5EF4-FFF2-40B4-BE49-F238E27FC236}">
                <a16:creationId xmlns:a16="http://schemas.microsoft.com/office/drawing/2014/main" id="{7164F6B1-6BA2-4DF6-9564-DBA9A0B5EAA8}"/>
              </a:ext>
            </a:extLst>
          </p:cNvPr>
          <p:cNvSpPr>
            <a:spLocks noGrp="1"/>
          </p:cNvSpPr>
          <p:nvPr/>
        </p:nvSpPr>
        <p:spPr>
          <a:xfrm>
            <a:off x="9077325" y="3124200"/>
            <a:ext cx="1123950" cy="304800"/>
          </a:xfrm>
          <a:custGeom>
            <a:avLst/>
            <a:gdLst/>
            <a:ahLst/>
            <a:cxnLst/>
            <a:rect l="0" t="0" r="0" b="0"/>
            <a:pathLst>
              <a:path w="1123950" h="304800">
                <a:moveTo>
                  <a:pt x="19050" y="19050"/>
                </a:moveTo>
                <a:lnTo>
                  <a:pt x="56413" y="19656"/>
                </a:lnTo>
                <a:lnTo>
                  <a:pt x="92542" y="21428"/>
                </a:lnTo>
                <a:lnTo>
                  <a:pt x="127509" y="24298"/>
                </a:lnTo>
                <a:lnTo>
                  <a:pt x="161387" y="28196"/>
                </a:lnTo>
                <a:lnTo>
                  <a:pt x="194249" y="33055"/>
                </a:lnTo>
                <a:lnTo>
                  <a:pt x="226166" y="38806"/>
                </a:lnTo>
                <a:lnTo>
                  <a:pt x="257212" y="45379"/>
                </a:lnTo>
                <a:lnTo>
                  <a:pt x="287459" y="52708"/>
                </a:lnTo>
                <a:lnTo>
                  <a:pt x="316980" y="60722"/>
                </a:lnTo>
                <a:lnTo>
                  <a:pt x="345848" y="69353"/>
                </a:lnTo>
                <a:lnTo>
                  <a:pt x="374134" y="78534"/>
                </a:lnTo>
                <a:lnTo>
                  <a:pt x="401913" y="88194"/>
                </a:lnTo>
                <a:lnTo>
                  <a:pt x="429255" y="98267"/>
                </a:lnTo>
                <a:lnTo>
                  <a:pt x="456235" y="108682"/>
                </a:lnTo>
                <a:lnTo>
                  <a:pt x="482924" y="119371"/>
                </a:lnTo>
                <a:lnTo>
                  <a:pt x="509395" y="130266"/>
                </a:lnTo>
                <a:lnTo>
                  <a:pt x="535722" y="141299"/>
                </a:lnTo>
                <a:lnTo>
                  <a:pt x="561975" y="152400"/>
                </a:lnTo>
                <a:lnTo>
                  <a:pt x="588228" y="163501"/>
                </a:lnTo>
                <a:lnTo>
                  <a:pt x="614555" y="174534"/>
                </a:lnTo>
                <a:lnTo>
                  <a:pt x="641026" y="185429"/>
                </a:lnTo>
                <a:lnTo>
                  <a:pt x="667715" y="196118"/>
                </a:lnTo>
                <a:lnTo>
                  <a:pt x="694695" y="206533"/>
                </a:lnTo>
                <a:lnTo>
                  <a:pt x="722037" y="216606"/>
                </a:lnTo>
                <a:lnTo>
                  <a:pt x="749816" y="226266"/>
                </a:lnTo>
                <a:lnTo>
                  <a:pt x="778102" y="235447"/>
                </a:lnTo>
                <a:lnTo>
                  <a:pt x="806970" y="244078"/>
                </a:lnTo>
                <a:lnTo>
                  <a:pt x="836491" y="252092"/>
                </a:lnTo>
                <a:lnTo>
                  <a:pt x="866738" y="259421"/>
                </a:lnTo>
                <a:lnTo>
                  <a:pt x="897784" y="265994"/>
                </a:lnTo>
                <a:lnTo>
                  <a:pt x="929701" y="271745"/>
                </a:lnTo>
                <a:lnTo>
                  <a:pt x="962563" y="276604"/>
                </a:lnTo>
                <a:lnTo>
                  <a:pt x="996441" y="280502"/>
                </a:lnTo>
                <a:lnTo>
                  <a:pt x="1031408" y="283372"/>
                </a:lnTo>
                <a:lnTo>
                  <a:pt x="1067537" y="285144"/>
                </a:lnTo>
                <a:lnTo>
                  <a:pt x="1104900" y="285750"/>
                </a:lnTo>
              </a:path>
            </a:pathLst>
          </a:custGeom>
          <a:noFill/>
          <a:ln w="8573">
            <a:solidFill>
              <a:srgbClr val="BAC8CF"/>
            </a:solidFill>
            <a:prstDash val="solid"/>
          </a:ln>
        </p:spPr>
      </p:sp>
      <p:sp>
        <p:nvSpPr>
          <p:cNvPr id="153" name="椭圆 152">
            <a:extLst>
              <a:ext uri="{FF2B5EF4-FFF2-40B4-BE49-F238E27FC236}">
                <a16:creationId xmlns:a16="http://schemas.microsoft.com/office/drawing/2014/main" id="{2B8AAD9A-E206-4D08-BBC6-91336DC2217A}"/>
              </a:ext>
            </a:extLst>
          </p:cNvPr>
          <p:cNvSpPr>
            <a:spLocks noGrp="1"/>
          </p:cNvSpPr>
          <p:nvPr/>
        </p:nvSpPr>
        <p:spPr>
          <a:xfrm>
            <a:off x="7820025" y="3305175"/>
            <a:ext cx="95250" cy="95250"/>
          </a:xfrm>
          <a:prstGeom prst="ellipse">
            <a:avLst/>
          </a:prstGeom>
          <a:solidFill>
            <a:srgbClr val="FFFFFF"/>
          </a:solidFill>
          <a:ln w="8573">
            <a:solidFill>
              <a:srgbClr val="7A789D"/>
            </a:solidFill>
            <a:prstDash val="solid"/>
          </a:ln>
        </p:spPr>
      </p:sp>
      <p:sp>
        <p:nvSpPr>
          <p:cNvPr id="154" name="椭圆 153">
            <a:extLst>
              <a:ext uri="{FF2B5EF4-FFF2-40B4-BE49-F238E27FC236}">
                <a16:creationId xmlns:a16="http://schemas.microsoft.com/office/drawing/2014/main" id="{ABBF7462-6423-4504-BF99-D5EAD0C57F09}"/>
              </a:ext>
            </a:extLst>
          </p:cNvPr>
          <p:cNvSpPr>
            <a:spLocks noGrp="1"/>
          </p:cNvSpPr>
          <p:nvPr/>
        </p:nvSpPr>
        <p:spPr>
          <a:xfrm>
            <a:off x="9001125" y="3095625"/>
            <a:ext cx="95250" cy="95250"/>
          </a:xfrm>
          <a:prstGeom prst="ellipse">
            <a:avLst/>
          </a:prstGeom>
          <a:solidFill>
            <a:srgbClr val="FFFFFF"/>
          </a:solidFill>
          <a:ln w="8573">
            <a:solidFill>
              <a:srgbClr val="7A789D"/>
            </a:solidFill>
            <a:prstDash val="solid"/>
          </a:ln>
        </p:spPr>
      </p:sp>
      <p:sp>
        <p:nvSpPr>
          <p:cNvPr id="155" name="椭圆 154">
            <a:extLst>
              <a:ext uri="{FF2B5EF4-FFF2-40B4-BE49-F238E27FC236}">
                <a16:creationId xmlns:a16="http://schemas.microsoft.com/office/drawing/2014/main" id="{A436F3D7-1C63-4249-8E1D-8404519D7C4F}"/>
              </a:ext>
            </a:extLst>
          </p:cNvPr>
          <p:cNvSpPr>
            <a:spLocks noGrp="1"/>
          </p:cNvSpPr>
          <p:nvPr/>
        </p:nvSpPr>
        <p:spPr>
          <a:xfrm>
            <a:off x="10182225" y="3362325"/>
            <a:ext cx="95250" cy="95250"/>
          </a:xfrm>
          <a:prstGeom prst="ellipse">
            <a:avLst/>
          </a:prstGeom>
          <a:solidFill>
            <a:srgbClr val="FFFFFF"/>
          </a:solidFill>
          <a:ln w="8573">
            <a:solidFill>
              <a:srgbClr val="7A789D"/>
            </a:solidFill>
            <a:prstDash val="solid"/>
          </a:ln>
        </p:spPr>
      </p:sp>
      <p:sp>
        <p:nvSpPr>
          <p:cNvPr id="156" name="任意多边形: 形状 155">
            <a:extLst>
              <a:ext uri="{FF2B5EF4-FFF2-40B4-BE49-F238E27FC236}">
                <a16:creationId xmlns:a16="http://schemas.microsoft.com/office/drawing/2014/main" id="{193CDBEA-7037-4860-A1D9-249A31AF0FAA}"/>
              </a:ext>
            </a:extLst>
          </p:cNvPr>
          <p:cNvSpPr>
            <a:spLocks noGrp="1"/>
          </p:cNvSpPr>
          <p:nvPr/>
        </p:nvSpPr>
        <p:spPr>
          <a:xfrm>
            <a:off x="7896225" y="3790950"/>
            <a:ext cx="1123950" cy="190500"/>
          </a:xfrm>
          <a:custGeom>
            <a:avLst/>
            <a:gdLst/>
            <a:ahLst/>
            <a:cxnLst/>
            <a:rect l="0" t="0" r="0" b="0"/>
            <a:pathLst>
              <a:path w="1123950" h="190500">
                <a:moveTo>
                  <a:pt x="19050" y="171450"/>
                </a:moveTo>
                <a:lnTo>
                  <a:pt x="56413" y="171104"/>
                </a:lnTo>
                <a:lnTo>
                  <a:pt x="92542" y="170091"/>
                </a:lnTo>
                <a:lnTo>
                  <a:pt x="127509" y="168451"/>
                </a:lnTo>
                <a:lnTo>
                  <a:pt x="161387" y="166224"/>
                </a:lnTo>
                <a:lnTo>
                  <a:pt x="194249" y="163447"/>
                </a:lnTo>
                <a:lnTo>
                  <a:pt x="226166" y="160161"/>
                </a:lnTo>
                <a:lnTo>
                  <a:pt x="257212" y="156405"/>
                </a:lnTo>
                <a:lnTo>
                  <a:pt x="287459" y="152217"/>
                </a:lnTo>
                <a:lnTo>
                  <a:pt x="316980" y="147638"/>
                </a:lnTo>
                <a:lnTo>
                  <a:pt x="345848" y="142705"/>
                </a:lnTo>
                <a:lnTo>
                  <a:pt x="374134" y="137459"/>
                </a:lnTo>
                <a:lnTo>
                  <a:pt x="401913" y="131939"/>
                </a:lnTo>
                <a:lnTo>
                  <a:pt x="429255" y="126183"/>
                </a:lnTo>
                <a:lnTo>
                  <a:pt x="456235" y="120232"/>
                </a:lnTo>
                <a:lnTo>
                  <a:pt x="482924" y="114124"/>
                </a:lnTo>
                <a:lnTo>
                  <a:pt x="509395" y="107898"/>
                </a:lnTo>
                <a:lnTo>
                  <a:pt x="535722" y="101593"/>
                </a:lnTo>
                <a:lnTo>
                  <a:pt x="561975" y="95250"/>
                </a:lnTo>
                <a:lnTo>
                  <a:pt x="588228" y="88907"/>
                </a:lnTo>
                <a:lnTo>
                  <a:pt x="614555" y="82602"/>
                </a:lnTo>
                <a:lnTo>
                  <a:pt x="641026" y="76376"/>
                </a:lnTo>
                <a:lnTo>
                  <a:pt x="667715" y="70268"/>
                </a:lnTo>
                <a:lnTo>
                  <a:pt x="694695" y="64317"/>
                </a:lnTo>
                <a:lnTo>
                  <a:pt x="722037" y="58561"/>
                </a:lnTo>
                <a:lnTo>
                  <a:pt x="749816" y="53041"/>
                </a:lnTo>
                <a:lnTo>
                  <a:pt x="778102" y="47795"/>
                </a:lnTo>
                <a:lnTo>
                  <a:pt x="806970" y="42863"/>
                </a:lnTo>
                <a:lnTo>
                  <a:pt x="836491" y="38283"/>
                </a:lnTo>
                <a:lnTo>
                  <a:pt x="866738" y="34095"/>
                </a:lnTo>
                <a:lnTo>
                  <a:pt x="897784" y="30339"/>
                </a:lnTo>
                <a:lnTo>
                  <a:pt x="929701" y="27053"/>
                </a:lnTo>
                <a:lnTo>
                  <a:pt x="962563" y="24276"/>
                </a:lnTo>
                <a:lnTo>
                  <a:pt x="996441" y="22049"/>
                </a:lnTo>
                <a:lnTo>
                  <a:pt x="1031408" y="20409"/>
                </a:lnTo>
                <a:lnTo>
                  <a:pt x="1067537" y="19396"/>
                </a:lnTo>
                <a:lnTo>
                  <a:pt x="1104900" y="19050"/>
                </a:lnTo>
              </a:path>
            </a:pathLst>
          </a:custGeom>
          <a:noFill/>
          <a:ln w="8573">
            <a:solidFill>
              <a:srgbClr val="BAC8CF"/>
            </a:solidFill>
            <a:prstDash val="solid"/>
          </a:ln>
        </p:spPr>
      </p:sp>
      <p:sp>
        <p:nvSpPr>
          <p:cNvPr id="157" name="任意多边形: 形状 156">
            <a:extLst>
              <a:ext uri="{FF2B5EF4-FFF2-40B4-BE49-F238E27FC236}">
                <a16:creationId xmlns:a16="http://schemas.microsoft.com/office/drawing/2014/main" id="{D7137DF9-2C41-4B23-9C46-4EF6DCA8D6D4}"/>
              </a:ext>
            </a:extLst>
          </p:cNvPr>
          <p:cNvSpPr>
            <a:spLocks noGrp="1"/>
          </p:cNvSpPr>
          <p:nvPr/>
        </p:nvSpPr>
        <p:spPr>
          <a:xfrm>
            <a:off x="9077325" y="3790950"/>
            <a:ext cx="1123950" cy="266700"/>
          </a:xfrm>
          <a:custGeom>
            <a:avLst/>
            <a:gdLst/>
            <a:ahLst/>
            <a:cxnLst/>
            <a:rect l="0" t="0" r="0" b="0"/>
            <a:pathLst>
              <a:path w="1123950" h="266700">
                <a:moveTo>
                  <a:pt x="19050" y="19050"/>
                </a:moveTo>
                <a:lnTo>
                  <a:pt x="56413" y="19569"/>
                </a:lnTo>
                <a:lnTo>
                  <a:pt x="92542" y="21088"/>
                </a:lnTo>
                <a:lnTo>
                  <a:pt x="127509" y="23548"/>
                </a:lnTo>
                <a:lnTo>
                  <a:pt x="161387" y="26890"/>
                </a:lnTo>
                <a:lnTo>
                  <a:pt x="194249" y="31054"/>
                </a:lnTo>
                <a:lnTo>
                  <a:pt x="226166" y="35983"/>
                </a:lnTo>
                <a:lnTo>
                  <a:pt x="257212" y="41618"/>
                </a:lnTo>
                <a:lnTo>
                  <a:pt x="287459" y="47899"/>
                </a:lnTo>
                <a:lnTo>
                  <a:pt x="316980" y="54769"/>
                </a:lnTo>
                <a:lnTo>
                  <a:pt x="345848" y="62167"/>
                </a:lnTo>
                <a:lnTo>
                  <a:pt x="374134" y="70036"/>
                </a:lnTo>
                <a:lnTo>
                  <a:pt x="401913" y="78317"/>
                </a:lnTo>
                <a:lnTo>
                  <a:pt x="429255" y="86950"/>
                </a:lnTo>
                <a:lnTo>
                  <a:pt x="456235" y="95877"/>
                </a:lnTo>
                <a:lnTo>
                  <a:pt x="482924" y="105040"/>
                </a:lnTo>
                <a:lnTo>
                  <a:pt x="509395" y="114378"/>
                </a:lnTo>
                <a:lnTo>
                  <a:pt x="535722" y="123835"/>
                </a:lnTo>
                <a:lnTo>
                  <a:pt x="561975" y="133350"/>
                </a:lnTo>
                <a:lnTo>
                  <a:pt x="588228" y="142865"/>
                </a:lnTo>
                <a:lnTo>
                  <a:pt x="614555" y="152322"/>
                </a:lnTo>
                <a:lnTo>
                  <a:pt x="641026" y="161660"/>
                </a:lnTo>
                <a:lnTo>
                  <a:pt x="667715" y="170823"/>
                </a:lnTo>
                <a:lnTo>
                  <a:pt x="694695" y="179750"/>
                </a:lnTo>
                <a:lnTo>
                  <a:pt x="722037" y="188383"/>
                </a:lnTo>
                <a:lnTo>
                  <a:pt x="749816" y="196664"/>
                </a:lnTo>
                <a:lnTo>
                  <a:pt x="778102" y="204533"/>
                </a:lnTo>
                <a:lnTo>
                  <a:pt x="806970" y="211931"/>
                </a:lnTo>
                <a:lnTo>
                  <a:pt x="836491" y="218801"/>
                </a:lnTo>
                <a:lnTo>
                  <a:pt x="866738" y="225082"/>
                </a:lnTo>
                <a:lnTo>
                  <a:pt x="897784" y="230717"/>
                </a:lnTo>
                <a:lnTo>
                  <a:pt x="929701" y="235646"/>
                </a:lnTo>
                <a:lnTo>
                  <a:pt x="962563" y="239810"/>
                </a:lnTo>
                <a:lnTo>
                  <a:pt x="996441" y="243152"/>
                </a:lnTo>
                <a:lnTo>
                  <a:pt x="1031408" y="245612"/>
                </a:lnTo>
                <a:lnTo>
                  <a:pt x="1067537" y="247131"/>
                </a:lnTo>
                <a:lnTo>
                  <a:pt x="1104900" y="247650"/>
                </a:lnTo>
              </a:path>
            </a:pathLst>
          </a:custGeom>
          <a:noFill/>
          <a:ln w="8573">
            <a:solidFill>
              <a:srgbClr val="BAC8CF"/>
            </a:solidFill>
            <a:prstDash val="solid"/>
          </a:ln>
        </p:spPr>
      </p:sp>
      <p:sp>
        <p:nvSpPr>
          <p:cNvPr id="159" name="椭圆 158">
            <a:extLst>
              <a:ext uri="{FF2B5EF4-FFF2-40B4-BE49-F238E27FC236}">
                <a16:creationId xmlns:a16="http://schemas.microsoft.com/office/drawing/2014/main" id="{BE35D96E-89F5-4B0B-97D9-8BD3D033FA3D}"/>
              </a:ext>
            </a:extLst>
          </p:cNvPr>
          <p:cNvSpPr>
            <a:spLocks noGrp="1"/>
          </p:cNvSpPr>
          <p:nvPr/>
        </p:nvSpPr>
        <p:spPr>
          <a:xfrm>
            <a:off x="9001125" y="3762375"/>
            <a:ext cx="95250" cy="95250"/>
          </a:xfrm>
          <a:prstGeom prst="ellipse">
            <a:avLst/>
          </a:prstGeom>
          <a:solidFill>
            <a:srgbClr val="FFFFFF"/>
          </a:solidFill>
          <a:ln w="8573">
            <a:solidFill>
              <a:srgbClr val="B28E56"/>
            </a:solidFill>
            <a:prstDash val="solid"/>
          </a:ln>
        </p:spPr>
      </p:sp>
      <p:sp>
        <p:nvSpPr>
          <p:cNvPr id="160" name="椭圆 159">
            <a:extLst>
              <a:ext uri="{FF2B5EF4-FFF2-40B4-BE49-F238E27FC236}">
                <a16:creationId xmlns:a16="http://schemas.microsoft.com/office/drawing/2014/main" id="{10623A09-D1F7-482E-94EA-01F7A6AABD9D}"/>
              </a:ext>
            </a:extLst>
          </p:cNvPr>
          <p:cNvSpPr>
            <a:spLocks noGrp="1"/>
          </p:cNvSpPr>
          <p:nvPr/>
        </p:nvSpPr>
        <p:spPr>
          <a:xfrm>
            <a:off x="10182225" y="3990975"/>
            <a:ext cx="95250" cy="95250"/>
          </a:xfrm>
          <a:prstGeom prst="ellipse">
            <a:avLst/>
          </a:prstGeom>
          <a:solidFill>
            <a:srgbClr val="FFFFFF"/>
          </a:solidFill>
          <a:ln w="8573">
            <a:solidFill>
              <a:srgbClr val="B28E56"/>
            </a:solidFill>
            <a:prstDash val="solid"/>
          </a:ln>
        </p:spPr>
      </p:sp>
      <p:sp>
        <p:nvSpPr>
          <p:cNvPr id="161" name="任意多边形: 形状 160">
            <a:extLst>
              <a:ext uri="{FF2B5EF4-FFF2-40B4-BE49-F238E27FC236}">
                <a16:creationId xmlns:a16="http://schemas.microsoft.com/office/drawing/2014/main" id="{4B629134-162A-4C51-BCB8-4FFDFE99A766}"/>
              </a:ext>
            </a:extLst>
          </p:cNvPr>
          <p:cNvSpPr>
            <a:spLocks noGrp="1"/>
          </p:cNvSpPr>
          <p:nvPr/>
        </p:nvSpPr>
        <p:spPr>
          <a:xfrm>
            <a:off x="7896225" y="4381500"/>
            <a:ext cx="1123950" cy="152400"/>
          </a:xfrm>
          <a:custGeom>
            <a:avLst/>
            <a:gdLst/>
            <a:ahLst/>
            <a:cxnLst/>
            <a:rect l="0" t="0" r="0" b="0"/>
            <a:pathLst>
              <a:path w="1123950" h="152400">
                <a:moveTo>
                  <a:pt x="19050" y="133350"/>
                </a:moveTo>
                <a:lnTo>
                  <a:pt x="56413" y="133090"/>
                </a:lnTo>
                <a:lnTo>
                  <a:pt x="92542" y="132331"/>
                </a:lnTo>
                <a:lnTo>
                  <a:pt x="127509" y="131101"/>
                </a:lnTo>
                <a:lnTo>
                  <a:pt x="161387" y="129430"/>
                </a:lnTo>
                <a:lnTo>
                  <a:pt x="194249" y="127348"/>
                </a:lnTo>
                <a:lnTo>
                  <a:pt x="226166" y="124883"/>
                </a:lnTo>
                <a:lnTo>
                  <a:pt x="257212" y="122066"/>
                </a:lnTo>
                <a:lnTo>
                  <a:pt x="287459" y="118925"/>
                </a:lnTo>
                <a:lnTo>
                  <a:pt x="316980" y="115491"/>
                </a:lnTo>
                <a:lnTo>
                  <a:pt x="345848" y="111791"/>
                </a:lnTo>
                <a:lnTo>
                  <a:pt x="374134" y="107857"/>
                </a:lnTo>
                <a:lnTo>
                  <a:pt x="401913" y="103717"/>
                </a:lnTo>
                <a:lnTo>
                  <a:pt x="429255" y="99400"/>
                </a:lnTo>
                <a:lnTo>
                  <a:pt x="456235" y="94936"/>
                </a:lnTo>
                <a:lnTo>
                  <a:pt x="482924" y="90355"/>
                </a:lnTo>
                <a:lnTo>
                  <a:pt x="509395" y="85686"/>
                </a:lnTo>
                <a:lnTo>
                  <a:pt x="535722" y="80958"/>
                </a:lnTo>
                <a:lnTo>
                  <a:pt x="561975" y="76200"/>
                </a:lnTo>
                <a:lnTo>
                  <a:pt x="588228" y="71442"/>
                </a:lnTo>
                <a:lnTo>
                  <a:pt x="614555" y="66714"/>
                </a:lnTo>
                <a:lnTo>
                  <a:pt x="641026" y="62045"/>
                </a:lnTo>
                <a:lnTo>
                  <a:pt x="667715" y="57464"/>
                </a:lnTo>
                <a:lnTo>
                  <a:pt x="694695" y="53000"/>
                </a:lnTo>
                <a:lnTo>
                  <a:pt x="722037" y="48683"/>
                </a:lnTo>
                <a:lnTo>
                  <a:pt x="749816" y="44543"/>
                </a:lnTo>
                <a:lnTo>
                  <a:pt x="778102" y="40609"/>
                </a:lnTo>
                <a:lnTo>
                  <a:pt x="806970" y="36909"/>
                </a:lnTo>
                <a:lnTo>
                  <a:pt x="836491" y="33475"/>
                </a:lnTo>
                <a:lnTo>
                  <a:pt x="866738" y="30334"/>
                </a:lnTo>
                <a:lnTo>
                  <a:pt x="897784" y="27517"/>
                </a:lnTo>
                <a:lnTo>
                  <a:pt x="929701" y="25052"/>
                </a:lnTo>
                <a:lnTo>
                  <a:pt x="962563" y="22970"/>
                </a:lnTo>
                <a:lnTo>
                  <a:pt x="996441" y="21299"/>
                </a:lnTo>
                <a:lnTo>
                  <a:pt x="1031408" y="20069"/>
                </a:lnTo>
                <a:lnTo>
                  <a:pt x="1067537" y="19310"/>
                </a:lnTo>
                <a:lnTo>
                  <a:pt x="1104900" y="19050"/>
                </a:lnTo>
              </a:path>
            </a:pathLst>
          </a:custGeom>
          <a:noFill/>
          <a:ln w="8573">
            <a:solidFill>
              <a:srgbClr val="BAC8CF"/>
            </a:solidFill>
            <a:prstDash val="solid"/>
          </a:ln>
        </p:spPr>
      </p:sp>
      <p:sp>
        <p:nvSpPr>
          <p:cNvPr id="162" name="任意多边形: 形状 161">
            <a:extLst>
              <a:ext uri="{FF2B5EF4-FFF2-40B4-BE49-F238E27FC236}">
                <a16:creationId xmlns:a16="http://schemas.microsoft.com/office/drawing/2014/main" id="{A86F9D55-0DE3-40F4-B4C8-E2BEFAEA03B7}"/>
              </a:ext>
            </a:extLst>
          </p:cNvPr>
          <p:cNvSpPr>
            <a:spLocks noGrp="1"/>
          </p:cNvSpPr>
          <p:nvPr/>
        </p:nvSpPr>
        <p:spPr>
          <a:xfrm>
            <a:off x="9077325" y="4381500"/>
            <a:ext cx="1123950" cy="209550"/>
          </a:xfrm>
          <a:custGeom>
            <a:avLst/>
            <a:gdLst/>
            <a:ahLst/>
            <a:cxnLst/>
            <a:rect l="0" t="0" r="0" b="0"/>
            <a:pathLst>
              <a:path w="1123950" h="209550">
                <a:moveTo>
                  <a:pt x="19050" y="19050"/>
                </a:moveTo>
                <a:lnTo>
                  <a:pt x="56413" y="19440"/>
                </a:lnTo>
                <a:lnTo>
                  <a:pt x="92542" y="20579"/>
                </a:lnTo>
                <a:lnTo>
                  <a:pt x="127509" y="22423"/>
                </a:lnTo>
                <a:lnTo>
                  <a:pt x="161387" y="24930"/>
                </a:lnTo>
                <a:lnTo>
                  <a:pt x="194249" y="28053"/>
                </a:lnTo>
                <a:lnTo>
                  <a:pt x="226166" y="31750"/>
                </a:lnTo>
                <a:lnTo>
                  <a:pt x="257212" y="35976"/>
                </a:lnTo>
                <a:lnTo>
                  <a:pt x="287459" y="40687"/>
                </a:lnTo>
                <a:lnTo>
                  <a:pt x="316980" y="45839"/>
                </a:lnTo>
                <a:lnTo>
                  <a:pt x="345848" y="51388"/>
                </a:lnTo>
                <a:lnTo>
                  <a:pt x="374134" y="57290"/>
                </a:lnTo>
                <a:lnTo>
                  <a:pt x="401913" y="63500"/>
                </a:lnTo>
                <a:lnTo>
                  <a:pt x="429255" y="69975"/>
                </a:lnTo>
                <a:lnTo>
                  <a:pt x="456235" y="76670"/>
                </a:lnTo>
                <a:lnTo>
                  <a:pt x="482924" y="83542"/>
                </a:lnTo>
                <a:lnTo>
                  <a:pt x="509395" y="90546"/>
                </a:lnTo>
                <a:lnTo>
                  <a:pt x="535722" y="97639"/>
                </a:lnTo>
                <a:lnTo>
                  <a:pt x="561975" y="104775"/>
                </a:lnTo>
                <a:lnTo>
                  <a:pt x="588228" y="111911"/>
                </a:lnTo>
                <a:lnTo>
                  <a:pt x="614555" y="119004"/>
                </a:lnTo>
                <a:lnTo>
                  <a:pt x="641026" y="126008"/>
                </a:lnTo>
                <a:lnTo>
                  <a:pt x="667715" y="132880"/>
                </a:lnTo>
                <a:lnTo>
                  <a:pt x="694695" y="139575"/>
                </a:lnTo>
                <a:lnTo>
                  <a:pt x="722037" y="146050"/>
                </a:lnTo>
                <a:lnTo>
                  <a:pt x="749816" y="152260"/>
                </a:lnTo>
                <a:lnTo>
                  <a:pt x="778102" y="158162"/>
                </a:lnTo>
                <a:lnTo>
                  <a:pt x="806970" y="163711"/>
                </a:lnTo>
                <a:lnTo>
                  <a:pt x="836491" y="168863"/>
                </a:lnTo>
                <a:lnTo>
                  <a:pt x="866738" y="173574"/>
                </a:lnTo>
                <a:lnTo>
                  <a:pt x="897784" y="177800"/>
                </a:lnTo>
                <a:lnTo>
                  <a:pt x="929701" y="181497"/>
                </a:lnTo>
                <a:lnTo>
                  <a:pt x="962563" y="184620"/>
                </a:lnTo>
                <a:lnTo>
                  <a:pt x="996441" y="187127"/>
                </a:lnTo>
                <a:lnTo>
                  <a:pt x="1031408" y="188971"/>
                </a:lnTo>
                <a:lnTo>
                  <a:pt x="1067537" y="190110"/>
                </a:lnTo>
                <a:lnTo>
                  <a:pt x="1104900" y="190500"/>
                </a:lnTo>
              </a:path>
            </a:pathLst>
          </a:custGeom>
          <a:noFill/>
          <a:ln w="8573">
            <a:solidFill>
              <a:srgbClr val="BAC8CF"/>
            </a:solidFill>
            <a:prstDash val="solid"/>
          </a:ln>
        </p:spPr>
      </p:sp>
      <p:sp>
        <p:nvSpPr>
          <p:cNvPr id="163" name="椭圆 162">
            <a:extLst>
              <a:ext uri="{FF2B5EF4-FFF2-40B4-BE49-F238E27FC236}">
                <a16:creationId xmlns:a16="http://schemas.microsoft.com/office/drawing/2014/main" id="{ED8F6805-D30A-4A67-B4EF-BC39BBEB0258}"/>
              </a:ext>
            </a:extLst>
          </p:cNvPr>
          <p:cNvSpPr>
            <a:spLocks noGrp="1"/>
          </p:cNvSpPr>
          <p:nvPr/>
        </p:nvSpPr>
        <p:spPr>
          <a:xfrm>
            <a:off x="7820025" y="4467225"/>
            <a:ext cx="95250" cy="95250"/>
          </a:xfrm>
          <a:prstGeom prst="ellipse">
            <a:avLst/>
          </a:prstGeom>
          <a:solidFill>
            <a:srgbClr val="FFFFFF"/>
          </a:solidFill>
          <a:ln w="8573">
            <a:solidFill>
              <a:srgbClr val="C47870"/>
            </a:solidFill>
            <a:prstDash val="solid"/>
          </a:ln>
        </p:spPr>
      </p:sp>
      <p:sp>
        <p:nvSpPr>
          <p:cNvPr id="164" name="椭圆 163">
            <a:extLst>
              <a:ext uri="{FF2B5EF4-FFF2-40B4-BE49-F238E27FC236}">
                <a16:creationId xmlns:a16="http://schemas.microsoft.com/office/drawing/2014/main" id="{90C48873-D78E-44E2-B674-13D8634F1CC5}"/>
              </a:ext>
            </a:extLst>
          </p:cNvPr>
          <p:cNvSpPr>
            <a:spLocks noGrp="1"/>
          </p:cNvSpPr>
          <p:nvPr/>
        </p:nvSpPr>
        <p:spPr>
          <a:xfrm>
            <a:off x="9001125" y="4352925"/>
            <a:ext cx="95250" cy="95250"/>
          </a:xfrm>
          <a:prstGeom prst="ellipse">
            <a:avLst/>
          </a:prstGeom>
          <a:solidFill>
            <a:srgbClr val="FFFFFF"/>
          </a:solidFill>
          <a:ln w="8573">
            <a:solidFill>
              <a:srgbClr val="C47870"/>
            </a:solidFill>
            <a:prstDash val="solid"/>
          </a:ln>
        </p:spPr>
      </p:sp>
      <p:sp>
        <p:nvSpPr>
          <p:cNvPr id="165" name="椭圆 164">
            <a:extLst>
              <a:ext uri="{FF2B5EF4-FFF2-40B4-BE49-F238E27FC236}">
                <a16:creationId xmlns:a16="http://schemas.microsoft.com/office/drawing/2014/main" id="{D7919F61-54B4-4A5A-AD7F-C3A19CC5B222}"/>
              </a:ext>
            </a:extLst>
          </p:cNvPr>
          <p:cNvSpPr>
            <a:spLocks noGrp="1"/>
          </p:cNvSpPr>
          <p:nvPr/>
        </p:nvSpPr>
        <p:spPr>
          <a:xfrm>
            <a:off x="10182225" y="4524375"/>
            <a:ext cx="95250" cy="95250"/>
          </a:xfrm>
          <a:prstGeom prst="ellipse">
            <a:avLst/>
          </a:prstGeom>
          <a:solidFill>
            <a:srgbClr val="FFFFFF"/>
          </a:solidFill>
          <a:ln w="8573">
            <a:solidFill>
              <a:srgbClr val="C47870"/>
            </a:solidFill>
            <a:prstDash val="solid"/>
          </a:ln>
        </p:spPr>
      </p:sp>
      <p:pic>
        <p:nvPicPr>
          <p:cNvPr id="503" name="图形 50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8336280" y="2865229"/>
            <a:ext cx="142875" cy="142875"/>
          </a:xfrm>
          <a:prstGeom prst="rect">
            <a:avLst/>
          </a:prstGeom>
        </p:spPr>
      </p:pic>
      <p:sp>
        <p:nvSpPr>
          <p:cNvPr id="167" name="矩形 166">
            <a:extLst>
              <a:ext uri="{FF2B5EF4-FFF2-40B4-BE49-F238E27FC236}">
                <a16:creationId xmlns:a16="http://schemas.microsoft.com/office/drawing/2014/main" id="{F0895699-336A-4BD5-BAF1-98EC8A4AF72A}"/>
              </a:ext>
            </a:extLst>
          </p:cNvPr>
          <p:cNvSpPr>
            <a:spLocks noGrp="1"/>
          </p:cNvSpPr>
          <p:nvPr/>
        </p:nvSpPr>
        <p:spPr>
          <a:xfrm>
            <a:off x="8458200" y="2828519"/>
            <a:ext cx="1600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690" b="1" i="0">
                <a:solidFill>
                  <a:srgbClr val="34766D"/>
                </a:solidFill>
                <a:latin typeface="Arial"/>
                <a:ea typeface="Arial"/>
                <a:cs typeface="Arial"/>
              </a:defRPr>
            </a:pPr>
            <a:r>
              <a:rPr sz="690" b="1" i="0" dirty="0">
                <a:solidFill>
                  <a:srgbClr val="34766D"/>
                </a:solidFill>
                <a:latin typeface="Arial"/>
                <a:ea typeface="Arial"/>
                <a:cs typeface="Arial"/>
              </a:rPr>
              <a:t>source-preserving trajectory</a:t>
            </a:r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537295E7-1137-46B0-99CE-F0ACDF577366}"/>
              </a:ext>
            </a:extLst>
          </p:cNvPr>
          <p:cNvSpPr>
            <a:spLocks noGrp="1"/>
          </p:cNvSpPr>
          <p:nvPr/>
        </p:nvSpPr>
        <p:spPr>
          <a:xfrm>
            <a:off x="6967220" y="48641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607" b="0" i="0">
                <a:solidFill>
                  <a:srgbClr val="8797A1"/>
                </a:solidFill>
                <a:latin typeface="Arial"/>
                <a:ea typeface="Arial"/>
                <a:cs typeface="Arial"/>
              </a:defRPr>
            </a:pPr>
            <a:r>
              <a:rPr sz="607" b="0" i="0" dirty="0">
                <a:solidFill>
                  <a:srgbClr val="8797A1"/>
                </a:solidFill>
                <a:latin typeface="Arial"/>
                <a:ea typeface="Arial"/>
                <a:cs typeface="Arial"/>
              </a:rPr>
              <a:t>vertical position denotes relative candidate HR; alternative paths remain visible</a:t>
            </a:r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8C2BED11-2364-4406-8578-1F4ED8E91B68}"/>
              </a:ext>
            </a:extLst>
          </p:cNvPr>
          <p:cNvSpPr>
            <a:spLocks noGrp="1"/>
          </p:cNvSpPr>
          <p:nvPr/>
        </p:nvSpPr>
        <p:spPr>
          <a:xfrm>
            <a:off x="12720391" y="838009"/>
            <a:ext cx="161544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110" b="1" i="0">
                <a:solidFill>
                  <a:srgbClr val="203746"/>
                </a:solidFill>
                <a:latin typeface="Arial"/>
                <a:ea typeface="Arial"/>
                <a:cs typeface="Arial"/>
              </a:defRPr>
            </a:pPr>
            <a:r>
              <a:rPr sz="1110" b="1" i="0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Selection rationale</a:t>
            </a:r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123DDC71-6E3A-47FE-8238-053FFA1B7C24}"/>
              </a:ext>
            </a:extLst>
          </p:cNvPr>
          <p:cNvSpPr>
            <a:spLocks noGrp="1"/>
          </p:cNvSpPr>
          <p:nvPr/>
        </p:nvSpPr>
        <p:spPr>
          <a:xfrm>
            <a:off x="12709978" y="1132190"/>
            <a:ext cx="137617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r">
              <a:defRPr sz="690" b="0" i="0">
                <a:solidFill>
                  <a:srgbClr val="5D707C"/>
                </a:solidFill>
                <a:latin typeface="Arial"/>
                <a:ea typeface="Arial"/>
                <a:cs typeface="Arial"/>
              </a:defRPr>
            </a:pPr>
            <a:r>
              <a:rPr lang="en-US" sz="700" b="0" i="0" dirty="0">
                <a:solidFill>
                  <a:srgbClr val="5D707C"/>
                </a:solidFill>
                <a:latin typeface="Arial"/>
                <a:ea typeface="Arial"/>
                <a:cs typeface="Arial"/>
              </a:rPr>
              <a:t>F</a:t>
            </a:r>
            <a:r>
              <a:rPr sz="700" b="0" i="0" dirty="0">
                <a:solidFill>
                  <a:srgbClr val="5D707C"/>
                </a:solidFill>
                <a:latin typeface="Arial"/>
                <a:ea typeface="Arial"/>
                <a:cs typeface="Arial"/>
              </a:rPr>
              <a:t>our evidence channels converge</a:t>
            </a:r>
          </a:p>
        </p:txBody>
      </p:sp>
      <p:pic>
        <p:nvPicPr>
          <p:cNvPr id="509" name="图形 50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11079480" y="2035810"/>
            <a:ext cx="688340" cy="688340"/>
          </a:xfrm>
          <a:prstGeom prst="rect">
            <a:avLst/>
          </a:prstGeom>
        </p:spPr>
      </p:pic>
      <p:sp>
        <p:nvSpPr>
          <p:cNvPr id="173" name="矩形 172">
            <a:extLst>
              <a:ext uri="{FF2B5EF4-FFF2-40B4-BE49-F238E27FC236}">
                <a16:creationId xmlns:a16="http://schemas.microsoft.com/office/drawing/2014/main" id="{644D8E91-4047-47C2-AAB6-E608E6E6E7FC}"/>
              </a:ext>
            </a:extLst>
          </p:cNvPr>
          <p:cNvSpPr>
            <a:spLocks noGrp="1"/>
          </p:cNvSpPr>
          <p:nvPr/>
        </p:nvSpPr>
        <p:spPr>
          <a:xfrm>
            <a:off x="11019790" y="2627866"/>
            <a:ext cx="786130" cy="2059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645" b="1" i="0">
                <a:solidFill>
                  <a:srgbClr val="2F5F85"/>
                </a:solidFill>
                <a:latin typeface="Arial"/>
                <a:ea typeface="Arial"/>
                <a:cs typeface="Arial"/>
              </a:defRPr>
            </a:pPr>
            <a:r>
              <a:rPr lang="en-US" sz="645" b="1" dirty="0">
                <a:solidFill>
                  <a:srgbClr val="2F5F85"/>
                </a:solidFill>
                <a:latin typeface="Arial"/>
                <a:ea typeface="Arial"/>
                <a:cs typeface="Arial"/>
              </a:rPr>
              <a:t>R</a:t>
            </a:r>
            <a:r>
              <a:rPr sz="645" b="1" i="0" dirty="0">
                <a:solidFill>
                  <a:srgbClr val="2F5F85"/>
                </a:solidFill>
                <a:latin typeface="Arial"/>
                <a:ea typeface="Arial"/>
                <a:cs typeface="Arial"/>
              </a:rPr>
              <a:t>elation </a:t>
            </a:r>
            <a:r>
              <a:rPr lang="en-US" altLang="zh-CN" sz="645" b="1" i="0" dirty="0">
                <a:solidFill>
                  <a:srgbClr val="2F5F85"/>
                </a:solidFill>
                <a:latin typeface="Arial"/>
                <a:ea typeface="Arial"/>
                <a:cs typeface="Arial"/>
              </a:rPr>
              <a:t>T</a:t>
            </a:r>
            <a:r>
              <a:rPr sz="645" b="1" i="0" dirty="0">
                <a:solidFill>
                  <a:srgbClr val="2F5F85"/>
                </a:solidFill>
                <a:latin typeface="Arial"/>
                <a:ea typeface="Arial"/>
                <a:cs typeface="Arial"/>
              </a:rPr>
              <a:t>opology</a:t>
            </a:r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5209098D-B4D9-4DC9-982B-EB28CC90F337}"/>
              </a:ext>
            </a:extLst>
          </p:cNvPr>
          <p:cNvSpPr>
            <a:spLocks noGrp="1"/>
          </p:cNvSpPr>
          <p:nvPr/>
        </p:nvSpPr>
        <p:spPr>
          <a:xfrm>
            <a:off x="11039477" y="2778482"/>
            <a:ext cx="7429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593" b="0" i="0">
                <a:solidFill>
                  <a:srgbClr val="5D707C"/>
                </a:solidFill>
                <a:latin typeface="Arial"/>
                <a:ea typeface="Arial"/>
                <a:cs typeface="Arial"/>
              </a:defRPr>
            </a:pPr>
            <a:r>
              <a:rPr sz="593" b="0" i="0" dirty="0">
                <a:solidFill>
                  <a:srgbClr val="5D707C"/>
                </a:solidFill>
                <a:latin typeface="Arial"/>
                <a:ea typeface="Arial"/>
                <a:cs typeface="Arial"/>
              </a:rPr>
              <a:t>candidate relations</a:t>
            </a:r>
          </a:p>
          <a:p>
            <a:pPr algn="ctr">
              <a:defRPr sz="593" b="0" i="0">
                <a:solidFill>
                  <a:srgbClr val="5D707C"/>
                </a:solidFill>
                <a:latin typeface="Arial"/>
                <a:ea typeface="Arial"/>
                <a:cs typeface="Arial"/>
              </a:defRPr>
            </a:pPr>
            <a:r>
              <a:rPr sz="593" b="0" i="0" dirty="0">
                <a:solidFill>
                  <a:srgbClr val="5D707C"/>
                </a:solidFill>
                <a:latin typeface="Arial"/>
                <a:ea typeface="Arial"/>
                <a:cs typeface="Arial"/>
              </a:rPr>
              <a:t>become evidence</a:t>
            </a:r>
          </a:p>
        </p:txBody>
      </p:sp>
      <p:sp>
        <p:nvSpPr>
          <p:cNvPr id="175" name="任意多边形: 形状 174">
            <a:extLst>
              <a:ext uri="{FF2B5EF4-FFF2-40B4-BE49-F238E27FC236}">
                <a16:creationId xmlns:a16="http://schemas.microsoft.com/office/drawing/2014/main" id="{4FCE0E03-FD79-4C1D-A16C-1490F36386D0}"/>
              </a:ext>
            </a:extLst>
          </p:cNvPr>
          <p:cNvSpPr>
            <a:spLocks noGrp="1"/>
          </p:cNvSpPr>
          <p:nvPr/>
        </p:nvSpPr>
        <p:spPr>
          <a:xfrm>
            <a:off x="12651740" y="1750695"/>
            <a:ext cx="781050" cy="685800"/>
          </a:xfrm>
          <a:custGeom>
            <a:avLst/>
            <a:gdLst/>
            <a:ahLst/>
            <a:cxnLst/>
            <a:rect l="0" t="0" r="0" b="0"/>
            <a:pathLst>
              <a:path w="781050" h="685800">
                <a:moveTo>
                  <a:pt x="19050" y="19050"/>
                </a:moveTo>
                <a:lnTo>
                  <a:pt x="59919" y="22943"/>
                </a:lnTo>
                <a:lnTo>
                  <a:pt x="97669" y="34135"/>
                </a:lnTo>
                <a:lnTo>
                  <a:pt x="132666" y="51897"/>
                </a:lnTo>
                <a:lnTo>
                  <a:pt x="165277" y="75499"/>
                </a:lnTo>
                <a:lnTo>
                  <a:pt x="195868" y="104210"/>
                </a:lnTo>
                <a:lnTo>
                  <a:pt x="224805" y="137300"/>
                </a:lnTo>
                <a:lnTo>
                  <a:pt x="252456" y="174041"/>
                </a:lnTo>
                <a:lnTo>
                  <a:pt x="279187" y="213701"/>
                </a:lnTo>
                <a:lnTo>
                  <a:pt x="305363" y="255551"/>
                </a:lnTo>
                <a:lnTo>
                  <a:pt x="331353" y="298860"/>
                </a:lnTo>
                <a:lnTo>
                  <a:pt x="357521" y="342900"/>
                </a:lnTo>
                <a:lnTo>
                  <a:pt x="384235" y="386940"/>
                </a:lnTo>
                <a:lnTo>
                  <a:pt x="411860" y="430249"/>
                </a:lnTo>
                <a:lnTo>
                  <a:pt x="440765" y="472099"/>
                </a:lnTo>
                <a:lnTo>
                  <a:pt x="471314" y="511759"/>
                </a:lnTo>
                <a:lnTo>
                  <a:pt x="503874" y="548500"/>
                </a:lnTo>
                <a:lnTo>
                  <a:pt x="538813" y="581590"/>
                </a:lnTo>
                <a:lnTo>
                  <a:pt x="576496" y="610301"/>
                </a:lnTo>
                <a:lnTo>
                  <a:pt x="617289" y="633903"/>
                </a:lnTo>
                <a:lnTo>
                  <a:pt x="661560" y="651665"/>
                </a:lnTo>
                <a:lnTo>
                  <a:pt x="709675" y="662857"/>
                </a:lnTo>
                <a:lnTo>
                  <a:pt x="762000" y="666750"/>
                </a:lnTo>
              </a:path>
            </a:pathLst>
          </a:custGeom>
          <a:noFill/>
          <a:ln w="10954">
            <a:solidFill>
              <a:srgbClr val="4F7FA8"/>
            </a:solidFill>
            <a:prstDash val="solid"/>
          </a:ln>
        </p:spPr>
      </p:sp>
      <p:sp>
        <p:nvSpPr>
          <p:cNvPr id="176" name="任意多边形: 形状 175">
            <a:extLst>
              <a:ext uri="{FF2B5EF4-FFF2-40B4-BE49-F238E27FC236}">
                <a16:creationId xmlns:a16="http://schemas.microsoft.com/office/drawing/2014/main" id="{6629E243-7BF2-4E0B-8CA8-4EEDEF3073BC}"/>
              </a:ext>
            </a:extLst>
          </p:cNvPr>
          <p:cNvSpPr>
            <a:spLocks noGrp="1"/>
          </p:cNvSpPr>
          <p:nvPr/>
        </p:nvSpPr>
        <p:spPr>
          <a:xfrm>
            <a:off x="13394690" y="1727835"/>
            <a:ext cx="701040" cy="708660"/>
          </a:xfrm>
          <a:custGeom>
            <a:avLst/>
            <a:gdLst/>
            <a:ahLst/>
            <a:cxnLst/>
            <a:rect l="0" t="0" r="0" b="0"/>
            <a:pathLst>
              <a:path w="571500" h="685800">
                <a:moveTo>
                  <a:pt x="552450" y="19050"/>
                </a:moveTo>
                <a:lnTo>
                  <a:pt x="523776" y="22943"/>
                </a:lnTo>
                <a:lnTo>
                  <a:pt x="498549" y="34135"/>
                </a:lnTo>
                <a:lnTo>
                  <a:pt x="476316" y="51897"/>
                </a:lnTo>
                <a:lnTo>
                  <a:pt x="456622" y="75499"/>
                </a:lnTo>
                <a:lnTo>
                  <a:pt x="439015" y="104210"/>
                </a:lnTo>
                <a:lnTo>
                  <a:pt x="423039" y="137300"/>
                </a:lnTo>
                <a:lnTo>
                  <a:pt x="408242" y="174041"/>
                </a:lnTo>
                <a:lnTo>
                  <a:pt x="394169" y="213701"/>
                </a:lnTo>
                <a:lnTo>
                  <a:pt x="380367" y="255551"/>
                </a:lnTo>
                <a:lnTo>
                  <a:pt x="366381" y="298860"/>
                </a:lnTo>
                <a:lnTo>
                  <a:pt x="351758" y="342900"/>
                </a:lnTo>
                <a:lnTo>
                  <a:pt x="336044" y="386940"/>
                </a:lnTo>
                <a:lnTo>
                  <a:pt x="318785" y="430249"/>
                </a:lnTo>
                <a:lnTo>
                  <a:pt x="299528" y="472099"/>
                </a:lnTo>
                <a:lnTo>
                  <a:pt x="277818" y="511759"/>
                </a:lnTo>
                <a:lnTo>
                  <a:pt x="253201" y="548500"/>
                </a:lnTo>
                <a:lnTo>
                  <a:pt x="225224" y="581590"/>
                </a:lnTo>
                <a:lnTo>
                  <a:pt x="193433" y="610301"/>
                </a:lnTo>
                <a:lnTo>
                  <a:pt x="157374" y="633903"/>
                </a:lnTo>
                <a:lnTo>
                  <a:pt x="116593" y="651665"/>
                </a:lnTo>
                <a:lnTo>
                  <a:pt x="70636" y="662857"/>
                </a:lnTo>
                <a:lnTo>
                  <a:pt x="19050" y="666750"/>
                </a:lnTo>
              </a:path>
            </a:pathLst>
          </a:custGeom>
          <a:noFill/>
          <a:ln w="10954">
            <a:solidFill>
              <a:srgbClr val="5D9B91"/>
            </a:solidFill>
            <a:prstDash val="solid"/>
          </a:ln>
        </p:spPr>
      </p:sp>
      <p:sp>
        <p:nvSpPr>
          <p:cNvPr id="177" name="任意多边形: 形状 176">
            <a:extLst>
              <a:ext uri="{FF2B5EF4-FFF2-40B4-BE49-F238E27FC236}">
                <a16:creationId xmlns:a16="http://schemas.microsoft.com/office/drawing/2014/main" id="{8BFA84E9-C59C-4112-A9DA-3BB38E48E903}"/>
              </a:ext>
            </a:extLst>
          </p:cNvPr>
          <p:cNvSpPr>
            <a:spLocks noGrp="1"/>
          </p:cNvSpPr>
          <p:nvPr/>
        </p:nvSpPr>
        <p:spPr>
          <a:xfrm>
            <a:off x="12651740" y="2398395"/>
            <a:ext cx="781050" cy="590550"/>
          </a:xfrm>
          <a:custGeom>
            <a:avLst/>
            <a:gdLst/>
            <a:ahLst/>
            <a:cxnLst/>
            <a:rect l="0" t="0" r="0" b="0"/>
            <a:pathLst>
              <a:path w="781050" h="590550">
                <a:moveTo>
                  <a:pt x="19050" y="571500"/>
                </a:moveTo>
                <a:lnTo>
                  <a:pt x="59919" y="568179"/>
                </a:lnTo>
                <a:lnTo>
                  <a:pt x="97669" y="558633"/>
                </a:lnTo>
                <a:lnTo>
                  <a:pt x="132666" y="543483"/>
                </a:lnTo>
                <a:lnTo>
                  <a:pt x="165277" y="523353"/>
                </a:lnTo>
                <a:lnTo>
                  <a:pt x="195868" y="498864"/>
                </a:lnTo>
                <a:lnTo>
                  <a:pt x="224805" y="470639"/>
                </a:lnTo>
                <a:lnTo>
                  <a:pt x="252456" y="439302"/>
                </a:lnTo>
                <a:lnTo>
                  <a:pt x="279187" y="405474"/>
                </a:lnTo>
                <a:lnTo>
                  <a:pt x="305363" y="369779"/>
                </a:lnTo>
                <a:lnTo>
                  <a:pt x="331353" y="332838"/>
                </a:lnTo>
                <a:lnTo>
                  <a:pt x="357521" y="295275"/>
                </a:lnTo>
                <a:lnTo>
                  <a:pt x="384235" y="257712"/>
                </a:lnTo>
                <a:lnTo>
                  <a:pt x="411860" y="220771"/>
                </a:lnTo>
                <a:lnTo>
                  <a:pt x="440765" y="185076"/>
                </a:lnTo>
                <a:lnTo>
                  <a:pt x="471314" y="151248"/>
                </a:lnTo>
                <a:lnTo>
                  <a:pt x="503874" y="119911"/>
                </a:lnTo>
                <a:lnTo>
                  <a:pt x="538813" y="91686"/>
                </a:lnTo>
                <a:lnTo>
                  <a:pt x="576496" y="67197"/>
                </a:lnTo>
                <a:lnTo>
                  <a:pt x="617289" y="47067"/>
                </a:lnTo>
                <a:lnTo>
                  <a:pt x="661560" y="31917"/>
                </a:lnTo>
                <a:lnTo>
                  <a:pt x="709675" y="22371"/>
                </a:lnTo>
                <a:lnTo>
                  <a:pt x="762000" y="19050"/>
                </a:lnTo>
              </a:path>
            </a:pathLst>
          </a:custGeom>
          <a:noFill/>
          <a:ln w="10954">
            <a:solidFill>
              <a:srgbClr val="2F5F85"/>
            </a:solidFill>
            <a:prstDash val="solid"/>
          </a:ln>
        </p:spPr>
      </p:sp>
      <p:sp>
        <p:nvSpPr>
          <p:cNvPr id="178" name="任意多边形: 形状 177">
            <a:extLst>
              <a:ext uri="{FF2B5EF4-FFF2-40B4-BE49-F238E27FC236}">
                <a16:creationId xmlns:a16="http://schemas.microsoft.com/office/drawing/2014/main" id="{B852D25A-064F-4C54-AF56-8E47C99AD7FE}"/>
              </a:ext>
            </a:extLst>
          </p:cNvPr>
          <p:cNvSpPr>
            <a:spLocks noGrp="1"/>
          </p:cNvSpPr>
          <p:nvPr/>
        </p:nvSpPr>
        <p:spPr>
          <a:xfrm>
            <a:off x="13394690" y="2398395"/>
            <a:ext cx="751840" cy="596452"/>
          </a:xfrm>
          <a:custGeom>
            <a:avLst/>
            <a:gdLst/>
            <a:ahLst/>
            <a:cxnLst/>
            <a:rect l="0" t="0" r="0" b="0"/>
            <a:pathLst>
              <a:path w="571500" h="590550">
                <a:moveTo>
                  <a:pt x="552450" y="571500"/>
                </a:moveTo>
                <a:lnTo>
                  <a:pt x="523776" y="568179"/>
                </a:lnTo>
                <a:lnTo>
                  <a:pt x="498549" y="558633"/>
                </a:lnTo>
                <a:lnTo>
                  <a:pt x="476316" y="543483"/>
                </a:lnTo>
                <a:lnTo>
                  <a:pt x="456622" y="523353"/>
                </a:lnTo>
                <a:lnTo>
                  <a:pt x="439015" y="498864"/>
                </a:lnTo>
                <a:lnTo>
                  <a:pt x="423039" y="470639"/>
                </a:lnTo>
                <a:lnTo>
                  <a:pt x="408242" y="439302"/>
                </a:lnTo>
                <a:lnTo>
                  <a:pt x="394169" y="405474"/>
                </a:lnTo>
                <a:lnTo>
                  <a:pt x="380367" y="369779"/>
                </a:lnTo>
                <a:lnTo>
                  <a:pt x="366381" y="332838"/>
                </a:lnTo>
                <a:lnTo>
                  <a:pt x="351758" y="295275"/>
                </a:lnTo>
                <a:lnTo>
                  <a:pt x="336044" y="257712"/>
                </a:lnTo>
                <a:lnTo>
                  <a:pt x="318785" y="220771"/>
                </a:lnTo>
                <a:lnTo>
                  <a:pt x="299528" y="185076"/>
                </a:lnTo>
                <a:lnTo>
                  <a:pt x="277818" y="151248"/>
                </a:lnTo>
                <a:lnTo>
                  <a:pt x="253201" y="119911"/>
                </a:lnTo>
                <a:lnTo>
                  <a:pt x="225224" y="91686"/>
                </a:lnTo>
                <a:lnTo>
                  <a:pt x="193433" y="67197"/>
                </a:lnTo>
                <a:lnTo>
                  <a:pt x="157374" y="47067"/>
                </a:lnTo>
                <a:lnTo>
                  <a:pt x="116593" y="31917"/>
                </a:lnTo>
                <a:lnTo>
                  <a:pt x="70636" y="22371"/>
                </a:lnTo>
                <a:lnTo>
                  <a:pt x="19050" y="19050"/>
                </a:lnTo>
              </a:path>
            </a:pathLst>
          </a:custGeom>
          <a:noFill/>
          <a:ln w="10954">
            <a:solidFill>
              <a:srgbClr val="34766D"/>
            </a:solidFill>
            <a:prstDash val="solid"/>
          </a:ln>
        </p:spPr>
      </p:sp>
      <p:sp>
        <p:nvSpPr>
          <p:cNvPr id="179" name="椭圆 178">
            <a:extLst>
              <a:ext uri="{FF2B5EF4-FFF2-40B4-BE49-F238E27FC236}">
                <a16:creationId xmlns:a16="http://schemas.microsoft.com/office/drawing/2014/main" id="{1A6CD635-9BF9-4ACB-8763-5A1E3FFFE74B}"/>
              </a:ext>
            </a:extLst>
          </p:cNvPr>
          <p:cNvSpPr>
            <a:spLocks noGrp="1"/>
          </p:cNvSpPr>
          <p:nvPr/>
        </p:nvSpPr>
        <p:spPr>
          <a:xfrm>
            <a:off x="13137515" y="2141220"/>
            <a:ext cx="552450" cy="552450"/>
          </a:xfrm>
          <a:prstGeom prst="ellipse">
            <a:avLst/>
          </a:prstGeom>
          <a:solidFill>
            <a:srgbClr val="FFFFFF"/>
          </a:solidFill>
          <a:ln w="10478">
            <a:solidFill>
              <a:srgbClr val="5D9B9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0" name="椭圆 179">
            <a:extLst>
              <a:ext uri="{FF2B5EF4-FFF2-40B4-BE49-F238E27FC236}">
                <a16:creationId xmlns:a16="http://schemas.microsoft.com/office/drawing/2014/main" id="{93076D7A-8E41-410B-BD98-F4579CC648A4}"/>
              </a:ext>
            </a:extLst>
          </p:cNvPr>
          <p:cNvSpPr>
            <a:spLocks noGrp="1"/>
          </p:cNvSpPr>
          <p:nvPr/>
        </p:nvSpPr>
        <p:spPr>
          <a:xfrm>
            <a:off x="13223240" y="2226945"/>
            <a:ext cx="381000" cy="381000"/>
          </a:xfrm>
          <a:prstGeom prst="ellipse">
            <a:avLst/>
          </a:prstGeom>
          <a:solidFill>
            <a:srgbClr val="EAF4F1"/>
          </a:solidFill>
          <a:ln w="0">
            <a:solidFill>
              <a:srgbClr val="EAF4F1"/>
            </a:solidFill>
            <a:prstDash val="solid"/>
          </a:ln>
        </p:spPr>
      </p:sp>
      <p:pic>
        <p:nvPicPr>
          <p:cNvPr id="518" name="图形 51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13251815" y="2255520"/>
            <a:ext cx="323850" cy="323850"/>
          </a:xfrm>
          <a:prstGeom prst="rect">
            <a:avLst/>
          </a:prstGeom>
        </p:spPr>
      </p:pic>
      <p:sp>
        <p:nvSpPr>
          <p:cNvPr id="182" name="矩形 181">
            <a:extLst>
              <a:ext uri="{FF2B5EF4-FFF2-40B4-BE49-F238E27FC236}">
                <a16:creationId xmlns:a16="http://schemas.microsoft.com/office/drawing/2014/main" id="{DE8939F7-48CF-4E14-9E60-5ABE232032AC}"/>
              </a:ext>
            </a:extLst>
          </p:cNvPr>
          <p:cNvSpPr>
            <a:spLocks noGrp="1"/>
          </p:cNvSpPr>
          <p:nvPr/>
        </p:nvSpPr>
        <p:spPr>
          <a:xfrm>
            <a:off x="13119070" y="2787396"/>
            <a:ext cx="69977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653" b="1" i="0">
                <a:solidFill>
                  <a:srgbClr val="34766D"/>
                </a:solidFill>
                <a:latin typeface="Arial"/>
                <a:ea typeface="Arial"/>
                <a:cs typeface="Arial"/>
              </a:defRPr>
            </a:pPr>
            <a:r>
              <a:rPr lang="en-US" sz="653" b="1" dirty="0">
                <a:solidFill>
                  <a:srgbClr val="34766D"/>
                </a:solidFill>
                <a:latin typeface="Arial"/>
                <a:ea typeface="Arial"/>
                <a:cs typeface="Arial"/>
              </a:rPr>
              <a:t>S</a:t>
            </a:r>
            <a:r>
              <a:rPr sz="653" b="1" i="0" dirty="0">
                <a:solidFill>
                  <a:srgbClr val="34766D"/>
                </a:solidFill>
                <a:latin typeface="Arial"/>
                <a:ea typeface="Arial"/>
                <a:cs typeface="Arial"/>
              </a:rPr>
              <a:t>elected </a:t>
            </a:r>
            <a:r>
              <a:rPr lang="en-US" sz="653" b="1" i="0" dirty="0">
                <a:solidFill>
                  <a:srgbClr val="34766D"/>
                </a:solidFill>
                <a:latin typeface="Arial"/>
                <a:ea typeface="Arial"/>
                <a:cs typeface="Arial"/>
              </a:rPr>
              <a:t>P</a:t>
            </a:r>
            <a:r>
              <a:rPr sz="653" b="1" i="0" dirty="0">
                <a:solidFill>
                  <a:srgbClr val="34766D"/>
                </a:solidFill>
                <a:latin typeface="Arial"/>
                <a:ea typeface="Arial"/>
                <a:cs typeface="Arial"/>
              </a:rPr>
              <a:t>ath</a:t>
            </a:r>
          </a:p>
        </p:txBody>
      </p:sp>
      <p:pic>
        <p:nvPicPr>
          <p:cNvPr id="520" name="图形 51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12308840" y="1588770"/>
            <a:ext cx="361950" cy="361950"/>
          </a:xfrm>
          <a:prstGeom prst="rect">
            <a:avLst/>
          </a:prstGeom>
        </p:spPr>
      </p:pic>
      <p:sp>
        <p:nvSpPr>
          <p:cNvPr id="184" name="矩形 183">
            <a:extLst>
              <a:ext uri="{FF2B5EF4-FFF2-40B4-BE49-F238E27FC236}">
                <a16:creationId xmlns:a16="http://schemas.microsoft.com/office/drawing/2014/main" id="{51514A43-A0F1-4A7D-810A-E06815FB23DE}"/>
              </a:ext>
            </a:extLst>
          </p:cNvPr>
          <p:cNvSpPr>
            <a:spLocks noGrp="1"/>
          </p:cNvSpPr>
          <p:nvPr/>
        </p:nvSpPr>
        <p:spPr>
          <a:xfrm>
            <a:off x="12251690" y="1960245"/>
            <a:ext cx="590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630" b="1" i="0">
                <a:solidFill>
                  <a:srgbClr val="5D707C"/>
                </a:solidFill>
                <a:latin typeface="Arial"/>
                <a:ea typeface="Arial"/>
                <a:cs typeface="Arial"/>
              </a:defRPr>
            </a:pPr>
            <a:r>
              <a:rPr lang="en-US" sz="630" b="1" dirty="0">
                <a:solidFill>
                  <a:srgbClr val="5D707C"/>
                </a:solidFill>
                <a:latin typeface="Arial"/>
                <a:ea typeface="Arial"/>
                <a:cs typeface="Arial"/>
              </a:rPr>
              <a:t>S</a:t>
            </a:r>
            <a:r>
              <a:rPr sz="630" b="1" i="0" dirty="0">
                <a:solidFill>
                  <a:srgbClr val="5D707C"/>
                </a:solidFill>
                <a:latin typeface="Arial"/>
                <a:ea typeface="Arial"/>
                <a:cs typeface="Arial"/>
              </a:rPr>
              <a:t>ignal </a:t>
            </a:r>
            <a:r>
              <a:rPr lang="en-US" sz="630" b="1" i="0" dirty="0">
                <a:solidFill>
                  <a:srgbClr val="5D707C"/>
                </a:solidFill>
                <a:latin typeface="Arial"/>
                <a:ea typeface="Arial"/>
                <a:cs typeface="Arial"/>
              </a:rPr>
              <a:t>Q</a:t>
            </a:r>
            <a:r>
              <a:rPr sz="630" b="1" i="0" dirty="0">
                <a:solidFill>
                  <a:srgbClr val="5D707C"/>
                </a:solidFill>
                <a:latin typeface="Arial"/>
                <a:ea typeface="Arial"/>
                <a:cs typeface="Arial"/>
              </a:rPr>
              <a:t>uality</a:t>
            </a:r>
          </a:p>
        </p:txBody>
      </p:sp>
      <p:pic>
        <p:nvPicPr>
          <p:cNvPr id="522" name="图形 52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/>
        </p:blipFill>
        <p:spPr>
          <a:xfrm>
            <a:off x="14114780" y="1558290"/>
            <a:ext cx="361950" cy="361950"/>
          </a:xfrm>
          <a:prstGeom prst="rect">
            <a:avLst/>
          </a:prstGeom>
        </p:spPr>
      </p:pic>
      <p:sp>
        <p:nvSpPr>
          <p:cNvPr id="186" name="矩形 185">
            <a:extLst>
              <a:ext uri="{FF2B5EF4-FFF2-40B4-BE49-F238E27FC236}">
                <a16:creationId xmlns:a16="http://schemas.microsoft.com/office/drawing/2014/main" id="{6E987342-A776-4DFB-9406-842F1D084863}"/>
              </a:ext>
            </a:extLst>
          </p:cNvPr>
          <p:cNvSpPr>
            <a:spLocks noGrp="1"/>
          </p:cNvSpPr>
          <p:nvPr/>
        </p:nvSpPr>
        <p:spPr>
          <a:xfrm>
            <a:off x="14067427" y="194119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r">
              <a:defRPr sz="630" b="1" i="0">
                <a:solidFill>
                  <a:srgbClr val="5D707C"/>
                </a:solidFill>
                <a:latin typeface="Arial"/>
                <a:ea typeface="Arial"/>
                <a:cs typeface="Arial"/>
              </a:defRPr>
            </a:pPr>
            <a:r>
              <a:rPr lang="en-US" sz="630" b="1" dirty="0">
                <a:solidFill>
                  <a:srgbClr val="5D707C"/>
                </a:solidFill>
                <a:latin typeface="Arial"/>
                <a:ea typeface="Arial"/>
                <a:cs typeface="Arial"/>
              </a:rPr>
              <a:t>A</a:t>
            </a:r>
            <a:r>
              <a:rPr sz="630" b="1" i="0" dirty="0">
                <a:solidFill>
                  <a:srgbClr val="5D707C"/>
                </a:solidFill>
                <a:latin typeface="Arial"/>
                <a:ea typeface="Arial"/>
                <a:cs typeface="Arial"/>
              </a:rPr>
              <a:t>greement</a:t>
            </a:r>
          </a:p>
        </p:txBody>
      </p:sp>
      <p:pic>
        <p:nvPicPr>
          <p:cNvPr id="524" name="图形 52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/>
        </p:blipFill>
        <p:spPr>
          <a:xfrm>
            <a:off x="12308840" y="2788920"/>
            <a:ext cx="361950" cy="361950"/>
          </a:xfrm>
          <a:prstGeom prst="rect">
            <a:avLst/>
          </a:prstGeom>
        </p:spPr>
      </p:pic>
      <p:sp>
        <p:nvSpPr>
          <p:cNvPr id="188" name="矩形 187">
            <a:extLst>
              <a:ext uri="{FF2B5EF4-FFF2-40B4-BE49-F238E27FC236}">
                <a16:creationId xmlns:a16="http://schemas.microsoft.com/office/drawing/2014/main" id="{56BDBD70-5D0A-42C8-8358-CA6F3326C7F5}"/>
              </a:ext>
            </a:extLst>
          </p:cNvPr>
          <p:cNvSpPr>
            <a:spLocks noGrp="1"/>
          </p:cNvSpPr>
          <p:nvPr/>
        </p:nvSpPr>
        <p:spPr>
          <a:xfrm>
            <a:off x="12134850" y="3169920"/>
            <a:ext cx="73152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 fontScale="92500"/>
          </a:bodyPr>
          <a:lstStyle/>
          <a:p>
            <a:pPr algn="l">
              <a:defRPr sz="630" b="1" i="0">
                <a:solidFill>
                  <a:srgbClr val="5D707C"/>
                </a:solidFill>
                <a:latin typeface="Arial"/>
                <a:ea typeface="Arial"/>
                <a:cs typeface="Arial"/>
              </a:defRPr>
            </a:pPr>
            <a:r>
              <a:rPr lang="en-US" sz="630" b="1" dirty="0">
                <a:solidFill>
                  <a:srgbClr val="5D707C"/>
                </a:solidFill>
                <a:latin typeface="Arial"/>
                <a:ea typeface="Arial"/>
                <a:cs typeface="Arial"/>
              </a:rPr>
              <a:t>T</a:t>
            </a:r>
            <a:r>
              <a:rPr sz="630" b="1" i="0" dirty="0">
                <a:solidFill>
                  <a:srgbClr val="5D707C"/>
                </a:solidFill>
                <a:latin typeface="Arial"/>
                <a:ea typeface="Arial"/>
                <a:cs typeface="Arial"/>
              </a:rPr>
              <a:t>emporal </a:t>
            </a:r>
            <a:r>
              <a:rPr lang="en-US" sz="630" b="1" i="0" dirty="0">
                <a:solidFill>
                  <a:srgbClr val="5D707C"/>
                </a:solidFill>
                <a:latin typeface="Arial"/>
                <a:ea typeface="Arial"/>
                <a:cs typeface="Arial"/>
              </a:rPr>
              <a:t>S</a:t>
            </a:r>
            <a:r>
              <a:rPr sz="630" b="1" i="0" dirty="0">
                <a:solidFill>
                  <a:srgbClr val="5D707C"/>
                </a:solidFill>
                <a:latin typeface="Arial"/>
                <a:ea typeface="Arial"/>
                <a:cs typeface="Arial"/>
              </a:rPr>
              <a:t>upport</a:t>
            </a:r>
          </a:p>
        </p:txBody>
      </p:sp>
      <p:pic>
        <p:nvPicPr>
          <p:cNvPr id="526" name="图形 52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14106525" y="2786062"/>
            <a:ext cx="361950" cy="361950"/>
          </a:xfrm>
          <a:prstGeom prst="rect">
            <a:avLst/>
          </a:prstGeom>
        </p:spPr>
      </p:pic>
      <p:sp>
        <p:nvSpPr>
          <p:cNvPr id="190" name="矩形 189">
            <a:extLst>
              <a:ext uri="{FF2B5EF4-FFF2-40B4-BE49-F238E27FC236}">
                <a16:creationId xmlns:a16="http://schemas.microsoft.com/office/drawing/2014/main" id="{F22956E5-4526-467A-AEE6-2F996ED8CE74}"/>
              </a:ext>
            </a:extLst>
          </p:cNvPr>
          <p:cNvSpPr>
            <a:spLocks noGrp="1"/>
          </p:cNvSpPr>
          <p:nvPr/>
        </p:nvSpPr>
        <p:spPr>
          <a:xfrm>
            <a:off x="13968730" y="3155632"/>
            <a:ext cx="62611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r">
              <a:defRPr sz="630" b="1" i="0">
                <a:solidFill>
                  <a:srgbClr val="5D707C"/>
                </a:solidFill>
                <a:latin typeface="Arial"/>
                <a:ea typeface="Arial"/>
                <a:cs typeface="Arial"/>
              </a:defRPr>
            </a:pPr>
            <a:r>
              <a:rPr lang="en-US" sz="630" b="1" dirty="0">
                <a:solidFill>
                  <a:srgbClr val="5D707C"/>
                </a:solidFill>
                <a:latin typeface="Arial"/>
                <a:ea typeface="Arial"/>
                <a:cs typeface="Arial"/>
              </a:rPr>
              <a:t>S</a:t>
            </a:r>
            <a:r>
              <a:rPr sz="630" b="1" i="0" dirty="0">
                <a:solidFill>
                  <a:srgbClr val="5D707C"/>
                </a:solidFill>
                <a:latin typeface="Arial"/>
                <a:ea typeface="Arial"/>
                <a:cs typeface="Arial"/>
              </a:rPr>
              <a:t>ource </a:t>
            </a:r>
            <a:r>
              <a:rPr lang="en-US" sz="630" b="1" i="0" dirty="0">
                <a:solidFill>
                  <a:srgbClr val="5D707C"/>
                </a:solidFill>
                <a:latin typeface="Arial"/>
                <a:ea typeface="Arial"/>
                <a:cs typeface="Arial"/>
              </a:rPr>
              <a:t>I</a:t>
            </a:r>
            <a:r>
              <a:rPr sz="630" b="1" i="0" dirty="0">
                <a:solidFill>
                  <a:srgbClr val="5D707C"/>
                </a:solidFill>
                <a:latin typeface="Arial"/>
                <a:ea typeface="Arial"/>
                <a:cs typeface="Arial"/>
              </a:rPr>
              <a:t>dentity</a:t>
            </a:r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0B45C23A-D544-4E18-AFE3-225AECB0A622}"/>
              </a:ext>
            </a:extLst>
          </p:cNvPr>
          <p:cNvSpPr>
            <a:spLocks noGrp="1"/>
          </p:cNvSpPr>
          <p:nvPr/>
        </p:nvSpPr>
        <p:spPr>
          <a:xfrm>
            <a:off x="12232640" y="3408045"/>
            <a:ext cx="2305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615" b="0" i="0">
                <a:solidFill>
                  <a:srgbClr val="8797A1"/>
                </a:solidFill>
                <a:latin typeface="Arial"/>
                <a:ea typeface="Arial"/>
                <a:cs typeface="Arial"/>
              </a:defRPr>
            </a:pPr>
            <a:r>
              <a:rPr lang="en-US" sz="1000" b="1" dirty="0">
                <a:solidFill>
                  <a:srgbClr val="8797A1"/>
                </a:solidFill>
                <a:latin typeface="Arial"/>
                <a:ea typeface="Arial"/>
                <a:cs typeface="Arial"/>
              </a:rPr>
              <a:t>Q</a:t>
            </a:r>
            <a:r>
              <a:rPr sz="1000" b="1" dirty="0">
                <a:solidFill>
                  <a:srgbClr val="8797A1"/>
                </a:solidFill>
                <a:latin typeface="Arial"/>
                <a:ea typeface="Arial"/>
                <a:cs typeface="Arial"/>
              </a:rPr>
              <a:t>uality · </a:t>
            </a:r>
            <a:r>
              <a:rPr lang="en-US" sz="1000" b="1" dirty="0">
                <a:solidFill>
                  <a:srgbClr val="8797A1"/>
                </a:solidFill>
                <a:latin typeface="Arial"/>
                <a:ea typeface="Arial"/>
                <a:cs typeface="Arial"/>
              </a:rPr>
              <a:t>R</a:t>
            </a:r>
            <a:r>
              <a:rPr sz="1000" b="1" dirty="0">
                <a:solidFill>
                  <a:srgbClr val="8797A1"/>
                </a:solidFill>
                <a:latin typeface="Arial"/>
                <a:ea typeface="Arial"/>
                <a:cs typeface="Arial"/>
              </a:rPr>
              <a:t>elation · </a:t>
            </a:r>
            <a:r>
              <a:rPr lang="en-US" sz="1000" b="1" dirty="0">
                <a:solidFill>
                  <a:srgbClr val="8797A1"/>
                </a:solidFill>
                <a:latin typeface="Arial"/>
                <a:ea typeface="Arial"/>
                <a:cs typeface="Arial"/>
              </a:rPr>
              <a:t>T</a:t>
            </a:r>
            <a:r>
              <a:rPr sz="1000" b="1" dirty="0">
                <a:solidFill>
                  <a:srgbClr val="8797A1"/>
                </a:solidFill>
                <a:latin typeface="Arial"/>
                <a:ea typeface="Arial"/>
                <a:cs typeface="Arial"/>
              </a:rPr>
              <a:t>ime · </a:t>
            </a:r>
            <a:r>
              <a:rPr lang="en-US" sz="1000" b="1" dirty="0">
                <a:solidFill>
                  <a:srgbClr val="8797A1"/>
                </a:solidFill>
                <a:latin typeface="Arial"/>
                <a:ea typeface="Arial"/>
                <a:cs typeface="Arial"/>
              </a:rPr>
              <a:t>I</a:t>
            </a:r>
            <a:r>
              <a:rPr sz="1000" b="1" dirty="0">
                <a:solidFill>
                  <a:srgbClr val="8797A1"/>
                </a:solidFill>
                <a:latin typeface="Arial"/>
                <a:ea typeface="Arial"/>
                <a:cs typeface="Arial"/>
              </a:rPr>
              <a:t>dentity</a:t>
            </a:r>
          </a:p>
        </p:txBody>
      </p:sp>
      <p:sp>
        <p:nvSpPr>
          <p:cNvPr id="192" name="任意多边形: 形状 191">
            <a:extLst>
              <a:ext uri="{FF2B5EF4-FFF2-40B4-BE49-F238E27FC236}">
                <a16:creationId xmlns:a16="http://schemas.microsoft.com/office/drawing/2014/main" id="{48646F63-BE19-46AA-B478-08912BFCA0F2}"/>
              </a:ext>
            </a:extLst>
          </p:cNvPr>
          <p:cNvSpPr>
            <a:spLocks noGrp="1"/>
          </p:cNvSpPr>
          <p:nvPr/>
        </p:nvSpPr>
        <p:spPr>
          <a:xfrm>
            <a:off x="10353675" y="2705100"/>
            <a:ext cx="581025" cy="171450"/>
          </a:xfrm>
          <a:custGeom>
            <a:avLst/>
            <a:gdLst/>
            <a:ahLst/>
            <a:cxnLst/>
            <a:rect l="0" t="0" r="0" b="0"/>
            <a:pathLst>
              <a:path w="581025" h="171450">
                <a:moveTo>
                  <a:pt x="19050" y="152400"/>
                </a:moveTo>
                <a:lnTo>
                  <a:pt x="38569" y="152097"/>
                </a:lnTo>
                <a:lnTo>
                  <a:pt x="57459" y="151211"/>
                </a:lnTo>
                <a:lnTo>
                  <a:pt x="75754" y="149776"/>
                </a:lnTo>
                <a:lnTo>
                  <a:pt x="93486" y="147827"/>
                </a:lnTo>
                <a:lnTo>
                  <a:pt x="110690" y="145398"/>
                </a:lnTo>
                <a:lnTo>
                  <a:pt x="127397" y="142522"/>
                </a:lnTo>
                <a:lnTo>
                  <a:pt x="143641" y="139235"/>
                </a:lnTo>
                <a:lnTo>
                  <a:pt x="159456" y="135571"/>
                </a:lnTo>
                <a:lnTo>
                  <a:pt x="174873" y="131564"/>
                </a:lnTo>
                <a:lnTo>
                  <a:pt x="189927" y="127248"/>
                </a:lnTo>
                <a:lnTo>
                  <a:pt x="204650" y="122658"/>
                </a:lnTo>
                <a:lnTo>
                  <a:pt x="219075" y="117828"/>
                </a:lnTo>
                <a:lnTo>
                  <a:pt x="233236" y="112792"/>
                </a:lnTo>
                <a:lnTo>
                  <a:pt x="247165" y="107584"/>
                </a:lnTo>
                <a:lnTo>
                  <a:pt x="260896" y="102239"/>
                </a:lnTo>
                <a:lnTo>
                  <a:pt x="274461" y="96792"/>
                </a:lnTo>
                <a:lnTo>
                  <a:pt x="287894" y="91276"/>
                </a:lnTo>
                <a:lnTo>
                  <a:pt x="301228" y="85725"/>
                </a:lnTo>
                <a:lnTo>
                  <a:pt x="314496" y="80174"/>
                </a:lnTo>
                <a:lnTo>
                  <a:pt x="327731" y="74658"/>
                </a:lnTo>
                <a:lnTo>
                  <a:pt x="340965" y="69211"/>
                </a:lnTo>
                <a:lnTo>
                  <a:pt x="354233" y="63866"/>
                </a:lnTo>
                <a:lnTo>
                  <a:pt x="367567" y="58658"/>
                </a:lnTo>
                <a:lnTo>
                  <a:pt x="381000" y="53622"/>
                </a:lnTo>
                <a:lnTo>
                  <a:pt x="394565" y="48792"/>
                </a:lnTo>
                <a:lnTo>
                  <a:pt x="408296" y="44202"/>
                </a:lnTo>
                <a:lnTo>
                  <a:pt x="422225" y="39886"/>
                </a:lnTo>
                <a:lnTo>
                  <a:pt x="436386" y="35879"/>
                </a:lnTo>
                <a:lnTo>
                  <a:pt x="450811" y="32215"/>
                </a:lnTo>
                <a:lnTo>
                  <a:pt x="465534" y="28928"/>
                </a:lnTo>
                <a:lnTo>
                  <a:pt x="480588" y="26052"/>
                </a:lnTo>
                <a:lnTo>
                  <a:pt x="496006" y="23623"/>
                </a:lnTo>
                <a:lnTo>
                  <a:pt x="511820" y="21674"/>
                </a:lnTo>
                <a:lnTo>
                  <a:pt x="528064" y="20239"/>
                </a:lnTo>
                <a:lnTo>
                  <a:pt x="544772" y="19353"/>
                </a:lnTo>
                <a:lnTo>
                  <a:pt x="561975" y="19050"/>
                </a:lnTo>
              </a:path>
            </a:pathLst>
          </a:custGeom>
          <a:noFill/>
          <a:ln w="17145">
            <a:solidFill>
              <a:srgbClr val="34766D"/>
            </a:solidFill>
            <a:prstDash val="solid"/>
          </a:ln>
        </p:spPr>
      </p:sp>
      <p:sp>
        <p:nvSpPr>
          <p:cNvPr id="193" name="等腰三角形 192">
            <a:extLst>
              <a:ext uri="{FF2B5EF4-FFF2-40B4-BE49-F238E27FC236}">
                <a16:creationId xmlns:a16="http://schemas.microsoft.com/office/drawing/2014/main" id="{FA1914D6-4917-4D94-9470-EA40B11CF52E}"/>
              </a:ext>
            </a:extLst>
          </p:cNvPr>
          <p:cNvSpPr>
            <a:spLocks noGrp="1"/>
          </p:cNvSpPr>
          <p:nvPr/>
        </p:nvSpPr>
        <p:spPr>
          <a:xfrm rot="5400000">
            <a:off x="10915650" y="2686050"/>
            <a:ext cx="76200" cy="76200"/>
          </a:xfrm>
          <a:prstGeom prst="triangle">
            <a:avLst/>
          </a:prstGeom>
          <a:solidFill>
            <a:srgbClr val="2F5F85"/>
          </a:solidFill>
          <a:ln w="0">
            <a:solidFill>
              <a:srgbClr val="2F5F85"/>
            </a:solidFill>
            <a:prstDash val="solid"/>
          </a:ln>
        </p:spPr>
      </p:sp>
      <p:sp>
        <p:nvSpPr>
          <p:cNvPr id="194" name="直接连接符 193">
            <a:extLst>
              <a:ext uri="{FF2B5EF4-FFF2-40B4-BE49-F238E27FC236}">
                <a16:creationId xmlns:a16="http://schemas.microsoft.com/office/drawing/2014/main" id="{97EDEBE4-DBCA-4E4A-9761-884643BD8C83}"/>
              </a:ext>
            </a:extLst>
          </p:cNvPr>
          <p:cNvSpPr>
            <a:spLocks noGrp="1"/>
          </p:cNvSpPr>
          <p:nvPr/>
        </p:nvSpPr>
        <p:spPr>
          <a:xfrm>
            <a:off x="11931650" y="3735705"/>
            <a:ext cx="2735580" cy="22479"/>
          </a:xfrm>
          <a:prstGeom prst="line">
            <a:avLst/>
          </a:prstGeom>
          <a:ln w="17145">
            <a:solidFill>
              <a:srgbClr val="5D9B91"/>
            </a:solidFill>
            <a:prstDash val="solid"/>
          </a:ln>
        </p:spPr>
      </p:sp>
      <p:pic>
        <p:nvPicPr>
          <p:cNvPr id="533" name="图形 53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/>
        </p:blipFill>
        <p:spPr>
          <a:xfrm>
            <a:off x="12103100" y="3926205"/>
            <a:ext cx="381000" cy="381000"/>
          </a:xfrm>
          <a:prstGeom prst="rect">
            <a:avLst/>
          </a:prstGeom>
        </p:spPr>
      </p:pic>
      <p:sp>
        <p:nvSpPr>
          <p:cNvPr id="197" name="矩形 196">
            <a:extLst>
              <a:ext uri="{FF2B5EF4-FFF2-40B4-BE49-F238E27FC236}">
                <a16:creationId xmlns:a16="http://schemas.microsoft.com/office/drawing/2014/main" id="{A8E199B6-E297-4B43-A807-3D06C20A76A4}"/>
              </a:ext>
            </a:extLst>
          </p:cNvPr>
          <p:cNvSpPr>
            <a:spLocks noGrp="1"/>
          </p:cNvSpPr>
          <p:nvPr/>
        </p:nvSpPr>
        <p:spPr>
          <a:xfrm>
            <a:off x="12617450" y="3878580"/>
            <a:ext cx="1314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05" b="1" i="0">
                <a:solidFill>
                  <a:srgbClr val="2F5F85"/>
                </a:solidFill>
                <a:latin typeface="Arial"/>
                <a:ea typeface="Arial"/>
                <a:cs typeface="Arial"/>
              </a:defRPr>
            </a:pPr>
            <a:r>
              <a:rPr sz="1305" b="1" i="0">
                <a:solidFill>
                  <a:srgbClr val="2F5F85"/>
                </a:solidFill>
                <a:latin typeface="Arial"/>
                <a:ea typeface="Arial"/>
                <a:cs typeface="Arial"/>
              </a:rPr>
              <a:t>Selected HR</a:t>
            </a:r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13A797B3-E7F6-47A2-8796-8E4019B1DD8D}"/>
              </a:ext>
            </a:extLst>
          </p:cNvPr>
          <p:cNvSpPr>
            <a:spLocks noGrp="1"/>
          </p:cNvSpPr>
          <p:nvPr/>
        </p:nvSpPr>
        <p:spPr>
          <a:xfrm>
            <a:off x="12617450" y="4145280"/>
            <a:ext cx="1219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690" b="0" i="0">
                <a:solidFill>
                  <a:srgbClr val="5D707C"/>
                </a:solidFill>
                <a:latin typeface="Arial"/>
                <a:ea typeface="Arial"/>
                <a:cs typeface="Arial"/>
              </a:defRPr>
            </a:pPr>
            <a:r>
              <a:rPr sz="690" b="0" i="0" dirty="0">
                <a:solidFill>
                  <a:srgbClr val="5D707C"/>
                </a:solidFill>
                <a:latin typeface="Arial"/>
                <a:ea typeface="Arial"/>
                <a:cs typeface="Arial"/>
              </a:rPr>
              <a:t>observed candidate</a:t>
            </a:r>
            <a:r>
              <a:rPr lang="en-US" sz="690" b="0" i="0" dirty="0">
                <a:solidFill>
                  <a:srgbClr val="5D707C"/>
                </a:solidFill>
                <a:latin typeface="Arial"/>
                <a:ea typeface="Arial"/>
                <a:cs typeface="Arial"/>
              </a:rPr>
              <a:t>s</a:t>
            </a:r>
            <a:endParaRPr sz="690" b="0" i="0" dirty="0">
              <a:solidFill>
                <a:srgbClr val="5D707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925D58A2-73E9-4508-A516-29760EA7F6E5}"/>
              </a:ext>
            </a:extLst>
          </p:cNvPr>
          <p:cNvSpPr>
            <a:spLocks noGrp="1"/>
          </p:cNvSpPr>
          <p:nvPr/>
        </p:nvSpPr>
        <p:spPr>
          <a:xfrm>
            <a:off x="13608050" y="3926205"/>
            <a:ext cx="876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 fontScale="94738" lnSpcReduction="10000"/>
          </a:bodyPr>
          <a:lstStyle/>
          <a:p>
            <a:pPr algn="r">
              <a:defRPr sz="615" b="1" i="0">
                <a:solidFill>
                  <a:srgbClr val="34766D"/>
                </a:solidFill>
                <a:latin typeface="Arial"/>
                <a:ea typeface="Arial"/>
                <a:cs typeface="Arial"/>
              </a:defRPr>
            </a:pPr>
            <a:r>
              <a:rPr sz="615" b="1" i="0">
                <a:solidFill>
                  <a:srgbClr val="34766D"/>
                </a:solidFill>
                <a:latin typeface="Arial"/>
                <a:ea typeface="Arial"/>
                <a:cs typeface="Arial"/>
              </a:rPr>
              <a:t>source identity retained</a:t>
            </a:r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C1A2E799-5D5D-4D83-BDC1-148C95E7484C}"/>
              </a:ext>
            </a:extLst>
          </p:cNvPr>
          <p:cNvSpPr>
            <a:spLocks noGrp="1"/>
          </p:cNvSpPr>
          <p:nvPr/>
        </p:nvSpPr>
        <p:spPr>
          <a:xfrm>
            <a:off x="12021185" y="4381500"/>
            <a:ext cx="72199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593" b="1" i="0">
                <a:solidFill>
                  <a:srgbClr val="4F7FA8"/>
                </a:solidFill>
                <a:latin typeface="Arial"/>
                <a:ea typeface="Arial"/>
                <a:cs typeface="Arial"/>
              </a:defRPr>
            </a:pPr>
            <a:r>
              <a:rPr sz="593" b="1" i="0" dirty="0">
                <a:solidFill>
                  <a:srgbClr val="4F7FA8"/>
                </a:solidFill>
                <a:latin typeface="Arial"/>
                <a:ea typeface="Arial"/>
                <a:cs typeface="Arial"/>
              </a:rPr>
              <a:t>SOURCE LINEAGE</a:t>
            </a:r>
          </a:p>
        </p:txBody>
      </p:sp>
      <p:pic>
        <p:nvPicPr>
          <p:cNvPr id="544" name="图形 54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>
            <a:off x="11990705" y="4516755"/>
            <a:ext cx="266700" cy="266700"/>
          </a:xfrm>
          <a:prstGeom prst="rect">
            <a:avLst/>
          </a:prstGeom>
        </p:spPr>
      </p:pic>
      <p:pic>
        <p:nvPicPr>
          <p:cNvPr id="545" name="图形 54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/>
        </p:blipFill>
        <p:spPr>
          <a:xfrm>
            <a:off x="12674600" y="4516755"/>
            <a:ext cx="266700" cy="266700"/>
          </a:xfrm>
          <a:prstGeom prst="rect">
            <a:avLst/>
          </a:prstGeom>
        </p:spPr>
      </p:pic>
      <p:pic>
        <p:nvPicPr>
          <p:cNvPr id="546" name="图形 54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13408025" y="4516755"/>
            <a:ext cx="247650" cy="247650"/>
          </a:xfrm>
          <a:prstGeom prst="rect">
            <a:avLst/>
          </a:prstGeom>
        </p:spPr>
      </p:pic>
      <p:pic>
        <p:nvPicPr>
          <p:cNvPr id="547" name="图形 54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>
            <a:off x="14102715" y="4516755"/>
            <a:ext cx="247650" cy="247650"/>
          </a:xfrm>
          <a:prstGeom prst="rect">
            <a:avLst/>
          </a:prstGeom>
        </p:spPr>
      </p:pic>
      <p:sp>
        <p:nvSpPr>
          <p:cNvPr id="211" name="矩形 210">
            <a:extLst>
              <a:ext uri="{FF2B5EF4-FFF2-40B4-BE49-F238E27FC236}">
                <a16:creationId xmlns:a16="http://schemas.microsoft.com/office/drawing/2014/main" id="{FA5DE94E-B326-421A-AB44-134BBB5EC153}"/>
              </a:ext>
            </a:extLst>
          </p:cNvPr>
          <p:cNvSpPr>
            <a:spLocks noGrp="1"/>
          </p:cNvSpPr>
          <p:nvPr/>
        </p:nvSpPr>
        <p:spPr>
          <a:xfrm>
            <a:off x="11994515" y="4808220"/>
            <a:ext cx="27051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615" b="0" i="0">
                <a:solidFill>
                  <a:srgbClr val="5D707C"/>
                </a:solidFill>
                <a:latin typeface="Arial"/>
                <a:ea typeface="Arial"/>
                <a:cs typeface="Arial"/>
              </a:defRPr>
            </a:pPr>
            <a:r>
              <a:rPr lang="en-US" sz="615" dirty="0">
                <a:solidFill>
                  <a:srgbClr val="5D707C"/>
                </a:solidFill>
                <a:latin typeface="Arial"/>
                <a:ea typeface="Arial"/>
                <a:cs typeface="Arial"/>
              </a:rPr>
              <a:t>R</a:t>
            </a:r>
            <a:r>
              <a:rPr sz="615" b="0" i="0" dirty="0">
                <a:solidFill>
                  <a:srgbClr val="5D707C"/>
                </a:solidFill>
                <a:latin typeface="Arial"/>
                <a:ea typeface="Arial"/>
                <a:cs typeface="Arial"/>
              </a:rPr>
              <a:t>oute</a:t>
            </a:r>
          </a:p>
        </p:txBody>
      </p:sp>
      <p:sp>
        <p:nvSpPr>
          <p:cNvPr id="212" name="矩形 211">
            <a:extLst>
              <a:ext uri="{FF2B5EF4-FFF2-40B4-BE49-F238E27FC236}">
                <a16:creationId xmlns:a16="http://schemas.microsoft.com/office/drawing/2014/main" id="{12A985DB-4492-41BE-B399-BE9BFE1522B4}"/>
              </a:ext>
            </a:extLst>
          </p:cNvPr>
          <p:cNvSpPr>
            <a:spLocks noGrp="1"/>
          </p:cNvSpPr>
          <p:nvPr/>
        </p:nvSpPr>
        <p:spPr>
          <a:xfrm>
            <a:off x="12609830" y="4802505"/>
            <a:ext cx="39624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615" b="0" i="0">
                <a:solidFill>
                  <a:srgbClr val="5D707C"/>
                </a:solidFill>
                <a:latin typeface="Arial"/>
                <a:ea typeface="Arial"/>
                <a:cs typeface="Arial"/>
              </a:defRPr>
            </a:pPr>
            <a:r>
              <a:rPr lang="en-US" sz="615" dirty="0">
                <a:solidFill>
                  <a:srgbClr val="5D707C"/>
                </a:solidFill>
                <a:latin typeface="Arial"/>
                <a:ea typeface="Arial"/>
                <a:cs typeface="Arial"/>
              </a:rPr>
              <a:t>C</a:t>
            </a:r>
            <a:r>
              <a:rPr sz="615" b="0" i="0" dirty="0">
                <a:solidFill>
                  <a:srgbClr val="5D707C"/>
                </a:solidFill>
                <a:latin typeface="Arial"/>
                <a:ea typeface="Arial"/>
                <a:cs typeface="Arial"/>
              </a:rPr>
              <a:t>andidate</a:t>
            </a:r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5A05367D-D333-45E0-9835-E5D11AB9534A}"/>
              </a:ext>
            </a:extLst>
          </p:cNvPr>
          <p:cNvSpPr>
            <a:spLocks noGrp="1"/>
          </p:cNvSpPr>
          <p:nvPr/>
        </p:nvSpPr>
        <p:spPr>
          <a:xfrm>
            <a:off x="13298170" y="4801870"/>
            <a:ext cx="514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615" b="1" i="0">
                <a:solidFill>
                  <a:srgbClr val="34766D"/>
                </a:solidFill>
                <a:latin typeface="Arial"/>
                <a:ea typeface="Arial"/>
                <a:cs typeface="Arial"/>
              </a:defRPr>
            </a:pPr>
            <a:r>
              <a:rPr lang="en-US" sz="615" b="1" dirty="0">
                <a:solidFill>
                  <a:srgbClr val="34766D"/>
                </a:solidFill>
                <a:latin typeface="Arial"/>
                <a:ea typeface="Arial"/>
                <a:cs typeface="Arial"/>
              </a:rPr>
              <a:t>I</a:t>
            </a:r>
            <a:r>
              <a:rPr sz="615" b="1" i="0" dirty="0">
                <a:solidFill>
                  <a:srgbClr val="34766D"/>
                </a:solidFill>
                <a:latin typeface="Arial"/>
                <a:ea typeface="Arial"/>
                <a:cs typeface="Arial"/>
              </a:rPr>
              <a:t>dentity</a:t>
            </a:r>
          </a:p>
        </p:txBody>
      </p:sp>
      <p:sp>
        <p:nvSpPr>
          <p:cNvPr id="214" name="矩形 213">
            <a:extLst>
              <a:ext uri="{FF2B5EF4-FFF2-40B4-BE49-F238E27FC236}">
                <a16:creationId xmlns:a16="http://schemas.microsoft.com/office/drawing/2014/main" id="{0216A191-76F4-4A02-AC83-C58D15015852}"/>
              </a:ext>
            </a:extLst>
          </p:cNvPr>
          <p:cNvSpPr>
            <a:spLocks noGrp="1"/>
          </p:cNvSpPr>
          <p:nvPr/>
        </p:nvSpPr>
        <p:spPr>
          <a:xfrm>
            <a:off x="13985240" y="4801870"/>
            <a:ext cx="514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615" b="0" i="0">
                <a:solidFill>
                  <a:srgbClr val="5D707C"/>
                </a:solidFill>
                <a:latin typeface="Arial"/>
                <a:ea typeface="Arial"/>
                <a:cs typeface="Arial"/>
              </a:defRPr>
            </a:pPr>
            <a:r>
              <a:rPr lang="en-US" sz="615" dirty="0">
                <a:solidFill>
                  <a:srgbClr val="5D707C"/>
                </a:solidFill>
                <a:latin typeface="Arial"/>
                <a:ea typeface="Arial"/>
                <a:cs typeface="Arial"/>
              </a:rPr>
              <a:t>R</a:t>
            </a:r>
            <a:r>
              <a:rPr sz="615" b="0" i="0" dirty="0">
                <a:solidFill>
                  <a:srgbClr val="5D707C"/>
                </a:solidFill>
                <a:latin typeface="Arial"/>
                <a:ea typeface="Arial"/>
                <a:cs typeface="Arial"/>
              </a:rPr>
              <a:t>ecord</a:t>
            </a:r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434B4563-AE60-4321-AD53-C60637C1DFA4}"/>
              </a:ext>
            </a:extLst>
          </p:cNvPr>
          <p:cNvSpPr>
            <a:spLocks noGrp="1"/>
          </p:cNvSpPr>
          <p:nvPr/>
        </p:nvSpPr>
        <p:spPr>
          <a:xfrm>
            <a:off x="438150" y="5438776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350" b="1" i="0">
                <a:solidFill>
                  <a:srgbClr val="5D9B91"/>
                </a:solidFill>
                <a:latin typeface="Arial"/>
                <a:ea typeface="Arial"/>
                <a:cs typeface="Arial"/>
              </a:defRPr>
            </a:pPr>
            <a:r>
              <a:rPr lang="en-US" sz="1350" b="1" dirty="0">
                <a:solidFill>
                  <a:srgbClr val="5D9B91"/>
                </a:solidFill>
                <a:latin typeface="Arial"/>
                <a:ea typeface="Arial"/>
                <a:cs typeface="Arial"/>
              </a:rPr>
              <a:t>B</a:t>
            </a:r>
            <a:r>
              <a:rPr lang="en-US" sz="1350" b="1" i="0" dirty="0">
                <a:solidFill>
                  <a:srgbClr val="5D9B91"/>
                </a:solidFill>
                <a:latin typeface="Arial"/>
                <a:ea typeface="Arial"/>
                <a:cs typeface="Arial"/>
              </a:rPr>
              <a:t>.</a:t>
            </a:r>
            <a:endParaRPr sz="1350" b="1" i="0" dirty="0">
              <a:solidFill>
                <a:srgbClr val="5D9B9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C3AFE0B6-5956-4A2A-A348-787A05F1BC3F}"/>
              </a:ext>
            </a:extLst>
          </p:cNvPr>
          <p:cNvSpPr>
            <a:spLocks noGrp="1"/>
          </p:cNvSpPr>
          <p:nvPr/>
        </p:nvSpPr>
        <p:spPr>
          <a:xfrm>
            <a:off x="762000" y="5410201"/>
            <a:ext cx="847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725" b="1" i="0">
                <a:solidFill>
                  <a:srgbClr val="203746"/>
                </a:solidFill>
                <a:latin typeface="Arial"/>
                <a:ea typeface="Arial"/>
                <a:cs typeface="Arial"/>
              </a:defRPr>
            </a:pPr>
            <a:r>
              <a:rPr sz="1725" b="1" i="0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Value, </a:t>
            </a:r>
            <a:r>
              <a:rPr lang="en-US" sz="1725" b="1" i="0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E</a:t>
            </a:r>
            <a:r>
              <a:rPr sz="1725" b="1" i="0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vidence and </a:t>
            </a:r>
            <a:r>
              <a:rPr lang="en-US" sz="1725" b="1" i="0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P</a:t>
            </a:r>
            <a:r>
              <a:rPr sz="1725" b="1" i="0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roposed </a:t>
            </a:r>
            <a:r>
              <a:rPr lang="en-US" sz="1725" b="1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S</a:t>
            </a:r>
            <a:r>
              <a:rPr sz="1725" b="1" i="0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tate </a:t>
            </a:r>
            <a:r>
              <a:rPr lang="en-US" sz="1725" b="1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R</a:t>
            </a:r>
            <a:r>
              <a:rPr sz="1725" b="1" i="0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emain </a:t>
            </a:r>
            <a:r>
              <a:rPr lang="en-US" sz="1725" b="1" i="0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L</a:t>
            </a:r>
            <a:r>
              <a:rPr sz="1725" b="1" i="0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inked but </a:t>
            </a:r>
            <a:r>
              <a:rPr lang="en-US" sz="1725" b="1" i="0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D</a:t>
            </a:r>
            <a:r>
              <a:rPr sz="1725" b="1" i="0" dirty="0">
                <a:solidFill>
                  <a:srgbClr val="203746"/>
                </a:solidFill>
                <a:latin typeface="Arial"/>
                <a:ea typeface="Arial"/>
                <a:cs typeface="Arial"/>
              </a:rPr>
              <a:t>istinct</a:t>
            </a:r>
          </a:p>
        </p:txBody>
      </p:sp>
      <p:sp>
        <p:nvSpPr>
          <p:cNvPr id="218" name="矩形 217">
            <a:extLst>
              <a:ext uri="{FF2B5EF4-FFF2-40B4-BE49-F238E27FC236}">
                <a16:creationId xmlns:a16="http://schemas.microsoft.com/office/drawing/2014/main" id="{AE620290-79F8-448E-8822-AC8081571C92}"/>
              </a:ext>
            </a:extLst>
          </p:cNvPr>
          <p:cNvSpPr>
            <a:spLocks noGrp="1"/>
          </p:cNvSpPr>
          <p:nvPr/>
        </p:nvSpPr>
        <p:spPr>
          <a:xfrm>
            <a:off x="9505950" y="5429251"/>
            <a:ext cx="521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r">
              <a:defRPr sz="938" b="0" i="0">
                <a:solidFill>
                  <a:srgbClr val="5D707C"/>
                </a:solidFill>
                <a:latin typeface="Arial"/>
                <a:ea typeface="Arial"/>
                <a:cs typeface="Arial"/>
              </a:defRPr>
            </a:pPr>
            <a:r>
              <a:rPr sz="938" b="0" i="0" dirty="0">
                <a:solidFill>
                  <a:srgbClr val="5D707C"/>
                </a:solidFill>
                <a:latin typeface="Arial"/>
                <a:ea typeface="Arial"/>
                <a:cs typeface="Arial"/>
              </a:rPr>
              <a:t>The state proposal never overwrites the selected estimate</a:t>
            </a:r>
          </a:p>
        </p:txBody>
      </p:sp>
      <p:sp>
        <p:nvSpPr>
          <p:cNvPr id="219" name="矩形 218">
            <a:extLst>
              <a:ext uri="{FF2B5EF4-FFF2-40B4-BE49-F238E27FC236}">
                <a16:creationId xmlns:a16="http://schemas.microsoft.com/office/drawing/2014/main" id="{D194EF4B-DFB9-4B4A-A7F1-B6B549A32D0F}"/>
              </a:ext>
            </a:extLst>
          </p:cNvPr>
          <p:cNvSpPr>
            <a:spLocks noGrp="1"/>
          </p:cNvSpPr>
          <p:nvPr/>
        </p:nvSpPr>
        <p:spPr>
          <a:xfrm>
            <a:off x="438150" y="5819776"/>
            <a:ext cx="14287500" cy="11430"/>
          </a:xfrm>
          <a:prstGeom prst="rect">
            <a:avLst/>
          </a:prstGeom>
          <a:solidFill>
            <a:schemeClr val="tx2"/>
          </a:solidFill>
          <a:ln w="0">
            <a:solidFill>
              <a:srgbClr val="D7E1E6"/>
            </a:solidFill>
            <a:prstDash val="solid"/>
          </a:ln>
        </p:spPr>
      </p:sp>
      <p:sp>
        <p:nvSpPr>
          <p:cNvPr id="221" name="直接连接符 220">
            <a:extLst>
              <a:ext uri="{FF2B5EF4-FFF2-40B4-BE49-F238E27FC236}">
                <a16:creationId xmlns:a16="http://schemas.microsoft.com/office/drawing/2014/main" id="{19F3EE5B-5E33-4A3B-A49F-AF7BD2E95D1F}"/>
              </a:ext>
            </a:extLst>
          </p:cNvPr>
          <p:cNvSpPr>
            <a:spLocks noGrp="1"/>
          </p:cNvSpPr>
          <p:nvPr/>
        </p:nvSpPr>
        <p:spPr>
          <a:xfrm>
            <a:off x="552450" y="6134101"/>
            <a:ext cx="11391900" cy="9525"/>
          </a:xfrm>
          <a:prstGeom prst="line">
            <a:avLst/>
          </a:prstGeom>
          <a:ln w="8573">
            <a:solidFill>
              <a:schemeClr val="tx2"/>
            </a:solidFill>
            <a:prstDash val="solid"/>
          </a:ln>
        </p:spPr>
      </p:sp>
      <p:sp>
        <p:nvSpPr>
          <p:cNvPr id="222" name="直接连接符 221">
            <a:extLst>
              <a:ext uri="{FF2B5EF4-FFF2-40B4-BE49-F238E27FC236}">
                <a16:creationId xmlns:a16="http://schemas.microsoft.com/office/drawing/2014/main" id="{3A11E5FF-A814-4CA0-853F-98685B2B4EC7}"/>
              </a:ext>
            </a:extLst>
          </p:cNvPr>
          <p:cNvSpPr>
            <a:spLocks noGrp="1"/>
          </p:cNvSpPr>
          <p:nvPr/>
        </p:nvSpPr>
        <p:spPr>
          <a:xfrm>
            <a:off x="552450" y="7924801"/>
            <a:ext cx="11391900" cy="9525"/>
          </a:xfrm>
          <a:prstGeom prst="line">
            <a:avLst/>
          </a:prstGeom>
          <a:ln w="8573">
            <a:solidFill>
              <a:schemeClr val="tx2"/>
            </a:solidFill>
            <a:prstDash val="solid"/>
          </a:ln>
        </p:spPr>
      </p:sp>
      <p:pic>
        <p:nvPicPr>
          <p:cNvPr id="562" name="图形 56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/>
        </p:blipFill>
        <p:spPr>
          <a:xfrm>
            <a:off x="762000" y="6496051"/>
            <a:ext cx="552450" cy="552450"/>
          </a:xfrm>
          <a:prstGeom prst="rect">
            <a:avLst/>
          </a:prstGeom>
        </p:spPr>
      </p:pic>
      <p:sp>
        <p:nvSpPr>
          <p:cNvPr id="226" name="矩形 225">
            <a:extLst>
              <a:ext uri="{FF2B5EF4-FFF2-40B4-BE49-F238E27FC236}">
                <a16:creationId xmlns:a16="http://schemas.microsoft.com/office/drawing/2014/main" id="{D6D9F0CB-40B0-4059-85B0-D7739DA2E81E}"/>
              </a:ext>
            </a:extLst>
          </p:cNvPr>
          <p:cNvSpPr>
            <a:spLocks noGrp="1"/>
          </p:cNvSpPr>
          <p:nvPr/>
        </p:nvSpPr>
        <p:spPr>
          <a:xfrm>
            <a:off x="742950" y="6229351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735" b="1" i="0">
                <a:solidFill>
                  <a:srgbClr val="4F7FA8"/>
                </a:solidFill>
                <a:latin typeface="Arial"/>
                <a:ea typeface="Arial"/>
                <a:cs typeface="Arial"/>
              </a:defRPr>
            </a:pPr>
            <a:r>
              <a:rPr sz="735" b="1" i="0">
                <a:solidFill>
                  <a:srgbClr val="4F7FA8"/>
                </a:solidFill>
                <a:latin typeface="Arial"/>
                <a:ea typeface="Arial"/>
                <a:cs typeface="Arial"/>
              </a:rPr>
              <a:t>SELECTED VALUE</a:t>
            </a:r>
          </a:p>
        </p:txBody>
      </p:sp>
      <p:sp>
        <p:nvSpPr>
          <p:cNvPr id="227" name="矩形 226">
            <a:extLst>
              <a:ext uri="{FF2B5EF4-FFF2-40B4-BE49-F238E27FC236}">
                <a16:creationId xmlns:a16="http://schemas.microsoft.com/office/drawing/2014/main" id="{42A8497A-501C-472F-898A-F6317310EE25}"/>
              </a:ext>
            </a:extLst>
          </p:cNvPr>
          <p:cNvSpPr>
            <a:spLocks noGrp="1"/>
          </p:cNvSpPr>
          <p:nvPr/>
        </p:nvSpPr>
        <p:spPr>
          <a:xfrm>
            <a:off x="1447800" y="6477001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38" b="1" i="0">
                <a:solidFill>
                  <a:srgbClr val="2F5F85"/>
                </a:solidFill>
                <a:latin typeface="Arial"/>
                <a:ea typeface="Arial"/>
                <a:cs typeface="Arial"/>
              </a:defRPr>
            </a:pPr>
            <a:r>
              <a:rPr sz="1238" b="1" i="0">
                <a:solidFill>
                  <a:srgbClr val="2F5F85"/>
                </a:solidFill>
                <a:latin typeface="Arial"/>
                <a:ea typeface="Arial"/>
                <a:cs typeface="Arial"/>
              </a:rPr>
              <a:t>selected HR</a:t>
            </a:r>
          </a:p>
        </p:txBody>
      </p:sp>
      <p:sp>
        <p:nvSpPr>
          <p:cNvPr id="228" name="矩形 227">
            <a:extLst>
              <a:ext uri="{FF2B5EF4-FFF2-40B4-BE49-F238E27FC236}">
                <a16:creationId xmlns:a16="http://schemas.microsoft.com/office/drawing/2014/main" id="{E5C935F7-5678-4C54-ACDD-0F938564400C}"/>
              </a:ext>
            </a:extLst>
          </p:cNvPr>
          <p:cNvSpPr>
            <a:spLocks noGrp="1"/>
          </p:cNvSpPr>
          <p:nvPr/>
        </p:nvSpPr>
        <p:spPr>
          <a:xfrm>
            <a:off x="1447800" y="6762751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728" b="0" i="0">
                <a:solidFill>
                  <a:srgbClr val="5D707C"/>
                </a:solidFill>
                <a:latin typeface="Arial"/>
                <a:ea typeface="Arial"/>
                <a:cs typeface="Arial"/>
              </a:defRPr>
            </a:pPr>
            <a:r>
              <a:rPr sz="728" b="0" i="0" dirty="0">
                <a:solidFill>
                  <a:srgbClr val="5D707C"/>
                </a:solidFill>
                <a:latin typeface="Arial"/>
                <a:ea typeface="Arial"/>
                <a:cs typeface="Arial"/>
              </a:rPr>
              <a:t>numerical estimate</a:t>
            </a:r>
          </a:p>
        </p:txBody>
      </p:sp>
      <p:sp>
        <p:nvSpPr>
          <p:cNvPr id="229" name="矩形 228">
            <a:extLst>
              <a:ext uri="{FF2B5EF4-FFF2-40B4-BE49-F238E27FC236}">
                <a16:creationId xmlns:a16="http://schemas.microsoft.com/office/drawing/2014/main" id="{4CB8F773-7004-439B-AB89-1A647C1E975A}"/>
              </a:ext>
            </a:extLst>
          </p:cNvPr>
          <p:cNvSpPr>
            <a:spLocks noGrp="1"/>
          </p:cNvSpPr>
          <p:nvPr/>
        </p:nvSpPr>
        <p:spPr>
          <a:xfrm>
            <a:off x="762000" y="7277101"/>
            <a:ext cx="1847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728" b="0" i="0">
                <a:solidFill>
                  <a:srgbClr val="5D707C"/>
                </a:solidFill>
                <a:latin typeface="Arial"/>
                <a:ea typeface="Arial"/>
                <a:cs typeface="Arial"/>
              </a:defRPr>
            </a:pPr>
            <a:r>
              <a:rPr sz="728" b="0" i="0" dirty="0">
                <a:solidFill>
                  <a:srgbClr val="5D707C"/>
                </a:solidFill>
                <a:latin typeface="Arial"/>
                <a:ea typeface="Arial"/>
                <a:cs typeface="Arial"/>
              </a:rPr>
              <a:t>source fingerprint retained</a:t>
            </a:r>
          </a:p>
        </p:txBody>
      </p:sp>
      <p:pic>
        <p:nvPicPr>
          <p:cNvPr id="567" name="图形 56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/>
        </p:blipFill>
        <p:spPr>
          <a:xfrm>
            <a:off x="762000" y="7486651"/>
            <a:ext cx="285750" cy="285750"/>
          </a:xfrm>
          <a:prstGeom prst="rect">
            <a:avLst/>
          </a:prstGeom>
        </p:spPr>
      </p:pic>
      <p:sp>
        <p:nvSpPr>
          <p:cNvPr id="240" name="矩形 239">
            <a:extLst>
              <a:ext uri="{FF2B5EF4-FFF2-40B4-BE49-F238E27FC236}">
                <a16:creationId xmlns:a16="http://schemas.microsoft.com/office/drawing/2014/main" id="{8D67807B-1E4A-471E-AC45-AC90C92FCE03}"/>
              </a:ext>
            </a:extLst>
          </p:cNvPr>
          <p:cNvSpPr>
            <a:spLocks noGrp="1"/>
          </p:cNvSpPr>
          <p:nvPr/>
        </p:nvSpPr>
        <p:spPr>
          <a:xfrm>
            <a:off x="3028950" y="6229351"/>
            <a:ext cx="1866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735" b="1" i="0">
                <a:solidFill>
                  <a:srgbClr val="34766D"/>
                </a:solidFill>
                <a:latin typeface="Arial"/>
                <a:ea typeface="Arial"/>
                <a:cs typeface="Arial"/>
              </a:defRPr>
            </a:pPr>
            <a:r>
              <a:rPr sz="735" b="1" i="0">
                <a:solidFill>
                  <a:srgbClr val="34766D"/>
                </a:solidFill>
                <a:latin typeface="Arial"/>
                <a:ea typeface="Arial"/>
                <a:cs typeface="Arial"/>
              </a:rPr>
              <a:t>EVIDENCE PACKET</a:t>
            </a:r>
          </a:p>
        </p:txBody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18CDD2DC-B5A2-4E69-97ED-2A9687049717}"/>
              </a:ext>
            </a:extLst>
          </p:cNvPr>
          <p:cNvSpPr>
            <a:spLocks noGrp="1"/>
          </p:cNvSpPr>
          <p:nvPr/>
        </p:nvSpPr>
        <p:spPr>
          <a:xfrm>
            <a:off x="4457700" y="6229351"/>
            <a:ext cx="2266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r">
              <a:defRPr sz="690" b="0" i="0">
                <a:solidFill>
                  <a:srgbClr val="5D707C"/>
                </a:solidFill>
                <a:latin typeface="Arial"/>
                <a:ea typeface="Arial"/>
                <a:cs typeface="Arial"/>
              </a:defRPr>
            </a:pPr>
            <a:r>
              <a:rPr sz="690" b="0" i="0">
                <a:solidFill>
                  <a:srgbClr val="5D707C"/>
                </a:solidFill>
                <a:latin typeface="Arial"/>
                <a:ea typeface="Arial"/>
                <a:cs typeface="Arial"/>
              </a:rPr>
              <a:t>four traceable evidence specimens</a:t>
            </a:r>
          </a:p>
        </p:txBody>
      </p:sp>
      <p:sp>
        <p:nvSpPr>
          <p:cNvPr id="242" name="直接连接符 241">
            <a:extLst>
              <a:ext uri="{FF2B5EF4-FFF2-40B4-BE49-F238E27FC236}">
                <a16:creationId xmlns:a16="http://schemas.microsoft.com/office/drawing/2014/main" id="{709CCF23-DB8A-4FF1-AFB3-AEB981DB0262}"/>
              </a:ext>
            </a:extLst>
          </p:cNvPr>
          <p:cNvSpPr>
            <a:spLocks noGrp="1"/>
          </p:cNvSpPr>
          <p:nvPr/>
        </p:nvSpPr>
        <p:spPr>
          <a:xfrm rot="5400000">
            <a:off x="4143375" y="7077076"/>
            <a:ext cx="1200150" cy="9525"/>
          </a:xfrm>
          <a:prstGeom prst="line">
            <a:avLst/>
          </a:prstGeom>
          <a:ln w="7620">
            <a:solidFill>
              <a:srgbClr val="D7E1E6"/>
            </a:solidFill>
            <a:prstDash val="solid"/>
          </a:ln>
        </p:spPr>
      </p:sp>
      <p:sp>
        <p:nvSpPr>
          <p:cNvPr id="243" name="直接连接符 242">
            <a:extLst>
              <a:ext uri="{FF2B5EF4-FFF2-40B4-BE49-F238E27FC236}">
                <a16:creationId xmlns:a16="http://schemas.microsoft.com/office/drawing/2014/main" id="{76D5764C-DB63-4103-B719-4BC6D05F9304}"/>
              </a:ext>
            </a:extLst>
          </p:cNvPr>
          <p:cNvSpPr>
            <a:spLocks noGrp="1"/>
          </p:cNvSpPr>
          <p:nvPr/>
        </p:nvSpPr>
        <p:spPr>
          <a:xfrm>
            <a:off x="3028950" y="7086601"/>
            <a:ext cx="3657600" cy="9525"/>
          </a:xfrm>
          <a:prstGeom prst="line">
            <a:avLst/>
          </a:prstGeom>
          <a:ln w="7620">
            <a:solidFill>
              <a:srgbClr val="D7E1E6"/>
            </a:solidFill>
            <a:prstDash val="solid"/>
          </a:ln>
        </p:spPr>
      </p:sp>
      <p:pic>
        <p:nvPicPr>
          <p:cNvPr id="581" name="图形 58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/>
        </p:blipFill>
        <p:spPr>
          <a:xfrm>
            <a:off x="3028950" y="6543676"/>
            <a:ext cx="361950" cy="361950"/>
          </a:xfrm>
          <a:prstGeom prst="rect">
            <a:avLst/>
          </a:prstGeom>
        </p:spPr>
      </p:pic>
      <p:sp>
        <p:nvSpPr>
          <p:cNvPr id="245" name="矩形 244">
            <a:extLst>
              <a:ext uri="{FF2B5EF4-FFF2-40B4-BE49-F238E27FC236}">
                <a16:creationId xmlns:a16="http://schemas.microsoft.com/office/drawing/2014/main" id="{1107C933-E6A5-494D-9E5F-8963B2FC73E3}"/>
              </a:ext>
            </a:extLst>
          </p:cNvPr>
          <p:cNvSpPr>
            <a:spLocks noGrp="1"/>
          </p:cNvSpPr>
          <p:nvPr/>
        </p:nvSpPr>
        <p:spPr>
          <a:xfrm>
            <a:off x="3467100" y="6515101"/>
            <a:ext cx="971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803" b="1" i="0">
                <a:solidFill>
                  <a:srgbClr val="203746"/>
                </a:solidFill>
                <a:latin typeface="Arial"/>
                <a:ea typeface="Arial"/>
                <a:cs typeface="Arial"/>
              </a:defRPr>
            </a:pPr>
            <a:r>
              <a:rPr sz="803" b="1" i="0">
                <a:solidFill>
                  <a:srgbClr val="203746"/>
                </a:solidFill>
                <a:latin typeface="Arial"/>
                <a:ea typeface="Arial"/>
                <a:cs typeface="Arial"/>
              </a:rPr>
              <a:t>alternatives</a:t>
            </a:r>
          </a:p>
        </p:txBody>
      </p:sp>
      <p:sp>
        <p:nvSpPr>
          <p:cNvPr id="246" name="矩形 245">
            <a:extLst>
              <a:ext uri="{FF2B5EF4-FFF2-40B4-BE49-F238E27FC236}">
                <a16:creationId xmlns:a16="http://schemas.microsoft.com/office/drawing/2014/main" id="{1884B2D5-44FD-435C-B642-E5E8DDA909A1}"/>
              </a:ext>
            </a:extLst>
          </p:cNvPr>
          <p:cNvSpPr>
            <a:spLocks noGrp="1"/>
          </p:cNvSpPr>
          <p:nvPr/>
        </p:nvSpPr>
        <p:spPr>
          <a:xfrm>
            <a:off x="3467100" y="6715126"/>
            <a:ext cx="1123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660" b="0" i="0">
                <a:solidFill>
                  <a:srgbClr val="5D707C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5D707C"/>
                </a:solidFill>
                <a:latin typeface="Arial"/>
                <a:ea typeface="Arial"/>
                <a:cs typeface="Arial"/>
              </a:rPr>
              <a:t>competing candidates</a:t>
            </a:r>
          </a:p>
        </p:txBody>
      </p:sp>
      <p:sp>
        <p:nvSpPr>
          <p:cNvPr id="247" name="椭圆 246">
            <a:extLst>
              <a:ext uri="{FF2B5EF4-FFF2-40B4-BE49-F238E27FC236}">
                <a16:creationId xmlns:a16="http://schemas.microsoft.com/office/drawing/2014/main" id="{978977B0-4588-4855-B121-F5A46F81F537}"/>
              </a:ext>
            </a:extLst>
          </p:cNvPr>
          <p:cNvSpPr>
            <a:spLocks noGrp="1"/>
          </p:cNvSpPr>
          <p:nvPr/>
        </p:nvSpPr>
        <p:spPr>
          <a:xfrm>
            <a:off x="3486150" y="6934201"/>
            <a:ext cx="57150" cy="57150"/>
          </a:xfrm>
          <a:prstGeom prst="ellipse">
            <a:avLst/>
          </a:prstGeom>
          <a:solidFill>
            <a:srgbClr val="FFFFFF"/>
          </a:solidFill>
          <a:ln w="7144">
            <a:solidFill>
              <a:srgbClr val="4F7FA8"/>
            </a:solidFill>
            <a:prstDash val="solid"/>
          </a:ln>
        </p:spPr>
      </p:sp>
      <p:sp>
        <p:nvSpPr>
          <p:cNvPr id="248" name="椭圆 247">
            <a:extLst>
              <a:ext uri="{FF2B5EF4-FFF2-40B4-BE49-F238E27FC236}">
                <a16:creationId xmlns:a16="http://schemas.microsoft.com/office/drawing/2014/main" id="{0CE59387-7F61-4F60-933F-1328F1C75848}"/>
              </a:ext>
            </a:extLst>
          </p:cNvPr>
          <p:cNvSpPr>
            <a:spLocks noGrp="1"/>
          </p:cNvSpPr>
          <p:nvPr/>
        </p:nvSpPr>
        <p:spPr>
          <a:xfrm>
            <a:off x="3676650" y="6896101"/>
            <a:ext cx="57150" cy="57150"/>
          </a:xfrm>
          <a:prstGeom prst="ellipse">
            <a:avLst/>
          </a:prstGeom>
          <a:solidFill>
            <a:srgbClr val="FFFFFF"/>
          </a:solidFill>
          <a:ln w="7144">
            <a:solidFill>
              <a:srgbClr val="4F7FA8"/>
            </a:solidFill>
            <a:prstDash val="solid"/>
          </a:ln>
        </p:spPr>
      </p:sp>
      <p:sp>
        <p:nvSpPr>
          <p:cNvPr id="249" name="椭圆 248">
            <a:extLst>
              <a:ext uri="{FF2B5EF4-FFF2-40B4-BE49-F238E27FC236}">
                <a16:creationId xmlns:a16="http://schemas.microsoft.com/office/drawing/2014/main" id="{728CE13A-778D-4318-877F-0B1F11DCA339}"/>
              </a:ext>
            </a:extLst>
          </p:cNvPr>
          <p:cNvSpPr>
            <a:spLocks noGrp="1"/>
          </p:cNvSpPr>
          <p:nvPr/>
        </p:nvSpPr>
        <p:spPr>
          <a:xfrm>
            <a:off x="3867150" y="6924676"/>
            <a:ext cx="57150" cy="57150"/>
          </a:xfrm>
          <a:prstGeom prst="ellipse">
            <a:avLst/>
          </a:prstGeom>
          <a:solidFill>
            <a:srgbClr val="5D9B91"/>
          </a:solidFill>
          <a:ln w="7144">
            <a:solidFill>
              <a:srgbClr val="34766D"/>
            </a:solidFill>
            <a:prstDash val="solid"/>
          </a:ln>
        </p:spPr>
      </p:sp>
      <p:sp>
        <p:nvSpPr>
          <p:cNvPr id="250" name="椭圆 249">
            <a:extLst>
              <a:ext uri="{FF2B5EF4-FFF2-40B4-BE49-F238E27FC236}">
                <a16:creationId xmlns:a16="http://schemas.microsoft.com/office/drawing/2014/main" id="{67491195-B4C9-4F73-844F-137884CCC56E}"/>
              </a:ext>
            </a:extLst>
          </p:cNvPr>
          <p:cNvSpPr>
            <a:spLocks noGrp="1"/>
          </p:cNvSpPr>
          <p:nvPr/>
        </p:nvSpPr>
        <p:spPr>
          <a:xfrm>
            <a:off x="4057650" y="6877051"/>
            <a:ext cx="57150" cy="57150"/>
          </a:xfrm>
          <a:prstGeom prst="ellipse">
            <a:avLst/>
          </a:prstGeom>
          <a:solidFill>
            <a:srgbClr val="FFFFFF"/>
          </a:solidFill>
          <a:ln w="7144">
            <a:solidFill>
              <a:srgbClr val="4F7FA8"/>
            </a:solidFill>
            <a:prstDash val="solid"/>
          </a:ln>
        </p:spPr>
      </p:sp>
      <p:sp>
        <p:nvSpPr>
          <p:cNvPr id="251" name="椭圆 250">
            <a:extLst>
              <a:ext uri="{FF2B5EF4-FFF2-40B4-BE49-F238E27FC236}">
                <a16:creationId xmlns:a16="http://schemas.microsoft.com/office/drawing/2014/main" id="{98501EBD-AB0F-484E-8377-1BBC8A4095D5}"/>
              </a:ext>
            </a:extLst>
          </p:cNvPr>
          <p:cNvSpPr>
            <a:spLocks noGrp="1"/>
          </p:cNvSpPr>
          <p:nvPr/>
        </p:nvSpPr>
        <p:spPr>
          <a:xfrm>
            <a:off x="4248150" y="6915151"/>
            <a:ext cx="57150" cy="57150"/>
          </a:xfrm>
          <a:prstGeom prst="ellipse">
            <a:avLst/>
          </a:prstGeom>
          <a:solidFill>
            <a:srgbClr val="FFFFFF"/>
          </a:solidFill>
          <a:ln w="7144">
            <a:solidFill>
              <a:srgbClr val="4F7FA8"/>
            </a:solidFill>
            <a:prstDash val="solid"/>
          </a:ln>
        </p:spPr>
      </p:sp>
      <p:pic>
        <p:nvPicPr>
          <p:cNvPr id="589" name="图形 58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/>
        </p:blipFill>
        <p:spPr>
          <a:xfrm>
            <a:off x="4914900" y="6534151"/>
            <a:ext cx="361950" cy="361950"/>
          </a:xfrm>
          <a:prstGeom prst="rect">
            <a:avLst/>
          </a:prstGeom>
        </p:spPr>
      </p:pic>
      <p:sp>
        <p:nvSpPr>
          <p:cNvPr id="253" name="矩形 252">
            <a:extLst>
              <a:ext uri="{FF2B5EF4-FFF2-40B4-BE49-F238E27FC236}">
                <a16:creationId xmlns:a16="http://schemas.microsoft.com/office/drawing/2014/main" id="{BE2D16EF-AB05-4C37-952E-5BAAA082CD8E}"/>
              </a:ext>
            </a:extLst>
          </p:cNvPr>
          <p:cNvSpPr>
            <a:spLocks noGrp="1"/>
          </p:cNvSpPr>
          <p:nvPr/>
        </p:nvSpPr>
        <p:spPr>
          <a:xfrm>
            <a:off x="5353050" y="6515101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803" b="1" i="0">
                <a:solidFill>
                  <a:srgbClr val="203746"/>
                </a:solidFill>
                <a:latin typeface="Arial"/>
                <a:ea typeface="Arial"/>
                <a:cs typeface="Arial"/>
              </a:defRPr>
            </a:pPr>
            <a:r>
              <a:rPr sz="803" b="1" i="0">
                <a:solidFill>
                  <a:srgbClr val="203746"/>
                </a:solidFill>
                <a:latin typeface="Arial"/>
                <a:ea typeface="Arial"/>
                <a:cs typeface="Arial"/>
              </a:rPr>
              <a:t>relations</a:t>
            </a:r>
          </a:p>
        </p:txBody>
      </p:sp>
      <p:sp>
        <p:nvSpPr>
          <p:cNvPr id="254" name="矩形 253">
            <a:extLst>
              <a:ext uri="{FF2B5EF4-FFF2-40B4-BE49-F238E27FC236}">
                <a16:creationId xmlns:a16="http://schemas.microsoft.com/office/drawing/2014/main" id="{D8A1F7FE-E76B-46D8-819B-6267B2AB41A3}"/>
              </a:ext>
            </a:extLst>
          </p:cNvPr>
          <p:cNvSpPr>
            <a:spLocks noGrp="1"/>
          </p:cNvSpPr>
          <p:nvPr/>
        </p:nvSpPr>
        <p:spPr>
          <a:xfrm>
            <a:off x="5353050" y="6715126"/>
            <a:ext cx="1219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660" b="0" i="0">
                <a:solidFill>
                  <a:srgbClr val="5D707C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5D707C"/>
                </a:solidFill>
                <a:latin typeface="Arial"/>
                <a:ea typeface="Arial"/>
                <a:cs typeface="Arial"/>
              </a:rPr>
              <a:t>agreement + continuity</a:t>
            </a:r>
          </a:p>
        </p:txBody>
      </p:sp>
      <p:sp>
        <p:nvSpPr>
          <p:cNvPr id="255" name="直接连接符 254">
            <a:extLst>
              <a:ext uri="{FF2B5EF4-FFF2-40B4-BE49-F238E27FC236}">
                <a16:creationId xmlns:a16="http://schemas.microsoft.com/office/drawing/2014/main" id="{A0AA7405-6DC0-4B18-A12D-987614A5D5D2}"/>
              </a:ext>
            </a:extLst>
          </p:cNvPr>
          <p:cNvSpPr>
            <a:spLocks noGrp="1"/>
          </p:cNvSpPr>
          <p:nvPr/>
        </p:nvSpPr>
        <p:spPr>
          <a:xfrm>
            <a:off x="5391150" y="6943726"/>
            <a:ext cx="1104900" cy="9525"/>
          </a:xfrm>
          <a:prstGeom prst="line">
            <a:avLst/>
          </a:prstGeom>
          <a:ln w="15240">
            <a:solidFill>
              <a:srgbClr val="5D9B91"/>
            </a:solidFill>
            <a:prstDash val="solid"/>
          </a:ln>
        </p:spPr>
      </p:sp>
      <p:sp>
        <p:nvSpPr>
          <p:cNvPr id="256" name="椭圆 255">
            <a:extLst>
              <a:ext uri="{FF2B5EF4-FFF2-40B4-BE49-F238E27FC236}">
                <a16:creationId xmlns:a16="http://schemas.microsoft.com/office/drawing/2014/main" id="{18F456CD-8E55-433F-B03B-54466A97D0D2}"/>
              </a:ext>
            </a:extLst>
          </p:cNvPr>
          <p:cNvSpPr>
            <a:spLocks noGrp="1"/>
          </p:cNvSpPr>
          <p:nvPr/>
        </p:nvSpPr>
        <p:spPr>
          <a:xfrm>
            <a:off x="5353050" y="6905626"/>
            <a:ext cx="76200" cy="762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34766D"/>
            </a:solidFill>
            <a:prstDash val="solid"/>
          </a:ln>
        </p:spPr>
      </p:sp>
      <p:sp>
        <p:nvSpPr>
          <p:cNvPr id="257" name="椭圆 256">
            <a:extLst>
              <a:ext uri="{FF2B5EF4-FFF2-40B4-BE49-F238E27FC236}">
                <a16:creationId xmlns:a16="http://schemas.microsoft.com/office/drawing/2014/main" id="{9A5DAED5-17E2-4655-B8B4-AF7F4248E4FC}"/>
              </a:ext>
            </a:extLst>
          </p:cNvPr>
          <p:cNvSpPr>
            <a:spLocks noGrp="1"/>
          </p:cNvSpPr>
          <p:nvPr/>
        </p:nvSpPr>
        <p:spPr>
          <a:xfrm>
            <a:off x="5905500" y="6905626"/>
            <a:ext cx="76200" cy="76200"/>
          </a:xfrm>
          <a:prstGeom prst="ellipse">
            <a:avLst/>
          </a:prstGeom>
          <a:solidFill>
            <a:srgbClr val="5D9B91"/>
          </a:solidFill>
          <a:ln w="7620">
            <a:solidFill>
              <a:srgbClr val="34766D"/>
            </a:solidFill>
            <a:prstDash val="solid"/>
          </a:ln>
        </p:spPr>
      </p:sp>
      <p:sp>
        <p:nvSpPr>
          <p:cNvPr id="258" name="椭圆 257">
            <a:extLst>
              <a:ext uri="{FF2B5EF4-FFF2-40B4-BE49-F238E27FC236}">
                <a16:creationId xmlns:a16="http://schemas.microsoft.com/office/drawing/2014/main" id="{6DCEA1B1-3F5D-498C-913C-58E1CFDC9EAD}"/>
              </a:ext>
            </a:extLst>
          </p:cNvPr>
          <p:cNvSpPr>
            <a:spLocks noGrp="1"/>
          </p:cNvSpPr>
          <p:nvPr/>
        </p:nvSpPr>
        <p:spPr>
          <a:xfrm>
            <a:off x="6457950" y="6905626"/>
            <a:ext cx="76200" cy="762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34766D"/>
            </a:solidFill>
            <a:prstDash val="solid"/>
          </a:ln>
        </p:spPr>
      </p:sp>
      <p:pic>
        <p:nvPicPr>
          <p:cNvPr id="596" name="图形 59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/>
        </p:blipFill>
        <p:spPr>
          <a:xfrm>
            <a:off x="3028950" y="7200901"/>
            <a:ext cx="361950" cy="361950"/>
          </a:xfrm>
          <a:prstGeom prst="rect">
            <a:avLst/>
          </a:prstGeom>
        </p:spPr>
      </p:pic>
      <p:sp>
        <p:nvSpPr>
          <p:cNvPr id="260" name="矩形 259">
            <a:extLst>
              <a:ext uri="{FF2B5EF4-FFF2-40B4-BE49-F238E27FC236}">
                <a16:creationId xmlns:a16="http://schemas.microsoft.com/office/drawing/2014/main" id="{1C01DA5B-C0D5-4AC1-B9C2-91B729C7121D}"/>
              </a:ext>
            </a:extLst>
          </p:cNvPr>
          <p:cNvSpPr>
            <a:spLocks noGrp="1"/>
          </p:cNvSpPr>
          <p:nvPr/>
        </p:nvSpPr>
        <p:spPr>
          <a:xfrm>
            <a:off x="3467100" y="7172326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803" b="1" i="0">
                <a:solidFill>
                  <a:srgbClr val="203746"/>
                </a:solidFill>
                <a:latin typeface="Arial"/>
                <a:ea typeface="Arial"/>
                <a:cs typeface="Arial"/>
              </a:defRPr>
            </a:pPr>
            <a:r>
              <a:rPr sz="803" b="1" i="0">
                <a:solidFill>
                  <a:srgbClr val="203746"/>
                </a:solidFill>
                <a:latin typeface="Arial"/>
                <a:ea typeface="Arial"/>
                <a:cs typeface="Arial"/>
              </a:rPr>
              <a:t>ambiguity</a:t>
            </a:r>
          </a:p>
        </p:txBody>
      </p:sp>
      <p:sp>
        <p:nvSpPr>
          <p:cNvPr id="261" name="矩形 260">
            <a:extLst>
              <a:ext uri="{FF2B5EF4-FFF2-40B4-BE49-F238E27FC236}">
                <a16:creationId xmlns:a16="http://schemas.microsoft.com/office/drawing/2014/main" id="{1584324B-800A-41B1-B132-A330DB966D32}"/>
              </a:ext>
            </a:extLst>
          </p:cNvPr>
          <p:cNvSpPr>
            <a:spLocks noGrp="1"/>
          </p:cNvSpPr>
          <p:nvPr/>
        </p:nvSpPr>
        <p:spPr>
          <a:xfrm>
            <a:off x="3467100" y="7372351"/>
            <a:ext cx="1104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660" b="0" i="0">
                <a:solidFill>
                  <a:srgbClr val="5D707C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5D707C"/>
                </a:solidFill>
                <a:latin typeface="Arial"/>
                <a:ea typeface="Arial"/>
                <a:cs typeface="Arial"/>
              </a:rPr>
              <a:t>residual conflict</a:t>
            </a:r>
          </a:p>
        </p:txBody>
      </p:sp>
      <p:pic>
        <p:nvPicPr>
          <p:cNvPr id="605" name="图形 60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/>
        </p:blipFill>
        <p:spPr>
          <a:xfrm>
            <a:off x="4955540" y="7239000"/>
            <a:ext cx="304800" cy="304800"/>
          </a:xfrm>
          <a:prstGeom prst="rect">
            <a:avLst/>
          </a:prstGeom>
        </p:spPr>
      </p:pic>
      <p:sp>
        <p:nvSpPr>
          <p:cNvPr id="269" name="矩形 268">
            <a:extLst>
              <a:ext uri="{FF2B5EF4-FFF2-40B4-BE49-F238E27FC236}">
                <a16:creationId xmlns:a16="http://schemas.microsoft.com/office/drawing/2014/main" id="{455555D8-3E5A-4C9D-86FB-702D1DE1F9FC}"/>
              </a:ext>
            </a:extLst>
          </p:cNvPr>
          <p:cNvSpPr>
            <a:spLocks noGrp="1"/>
          </p:cNvSpPr>
          <p:nvPr/>
        </p:nvSpPr>
        <p:spPr>
          <a:xfrm>
            <a:off x="5353050" y="7172326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803" b="1" i="0">
                <a:solidFill>
                  <a:srgbClr val="203746"/>
                </a:solidFill>
                <a:latin typeface="Arial"/>
                <a:ea typeface="Arial"/>
                <a:cs typeface="Arial"/>
              </a:defRPr>
            </a:pPr>
            <a:r>
              <a:rPr sz="803" b="1" i="0">
                <a:solidFill>
                  <a:srgbClr val="203746"/>
                </a:solidFill>
                <a:latin typeface="Arial"/>
                <a:ea typeface="Arial"/>
                <a:cs typeface="Arial"/>
              </a:rPr>
              <a:t>provenance</a:t>
            </a:r>
          </a:p>
        </p:txBody>
      </p:sp>
      <p:sp>
        <p:nvSpPr>
          <p:cNvPr id="270" name="矩形 269">
            <a:extLst>
              <a:ext uri="{FF2B5EF4-FFF2-40B4-BE49-F238E27FC236}">
                <a16:creationId xmlns:a16="http://schemas.microsoft.com/office/drawing/2014/main" id="{93E10E87-E4F8-4450-A70E-A112D65FD019}"/>
              </a:ext>
            </a:extLst>
          </p:cNvPr>
          <p:cNvSpPr>
            <a:spLocks noGrp="1"/>
          </p:cNvSpPr>
          <p:nvPr/>
        </p:nvSpPr>
        <p:spPr>
          <a:xfrm>
            <a:off x="5353050" y="7372351"/>
            <a:ext cx="1181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660" b="0" i="0">
                <a:solidFill>
                  <a:srgbClr val="5D707C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5D707C"/>
                </a:solidFill>
                <a:latin typeface="Arial"/>
                <a:ea typeface="Arial"/>
                <a:cs typeface="Arial"/>
              </a:rPr>
              <a:t>route + model version</a:t>
            </a:r>
          </a:p>
        </p:txBody>
      </p:sp>
      <p:sp>
        <p:nvSpPr>
          <p:cNvPr id="281" name="矩形 280">
            <a:extLst>
              <a:ext uri="{FF2B5EF4-FFF2-40B4-BE49-F238E27FC236}">
                <a16:creationId xmlns:a16="http://schemas.microsoft.com/office/drawing/2014/main" id="{BB3CDBCC-E755-4264-8B0A-164A15924346}"/>
              </a:ext>
            </a:extLst>
          </p:cNvPr>
          <p:cNvSpPr>
            <a:spLocks noGrp="1"/>
          </p:cNvSpPr>
          <p:nvPr/>
        </p:nvSpPr>
        <p:spPr>
          <a:xfrm>
            <a:off x="7315200" y="6229351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735" b="1" i="0">
                <a:solidFill>
                  <a:srgbClr val="34766D"/>
                </a:solidFill>
                <a:latin typeface="Arial"/>
                <a:ea typeface="Arial"/>
                <a:cs typeface="Arial"/>
              </a:defRPr>
            </a:pPr>
            <a:r>
              <a:rPr sz="735" b="1" i="0">
                <a:solidFill>
                  <a:srgbClr val="34766D"/>
                </a:solidFill>
                <a:latin typeface="Arial"/>
                <a:ea typeface="Arial"/>
                <a:cs typeface="Arial"/>
              </a:rPr>
              <a:t>RESEARCH SCORE</a:t>
            </a:r>
          </a:p>
        </p:txBody>
      </p:sp>
      <p:sp>
        <p:nvSpPr>
          <p:cNvPr id="282" name="矩形 281">
            <a:extLst>
              <a:ext uri="{FF2B5EF4-FFF2-40B4-BE49-F238E27FC236}">
                <a16:creationId xmlns:a16="http://schemas.microsoft.com/office/drawing/2014/main" id="{134C7679-6423-49B2-9690-C84BFF36A638}"/>
              </a:ext>
            </a:extLst>
          </p:cNvPr>
          <p:cNvSpPr>
            <a:spLocks noGrp="1"/>
          </p:cNvSpPr>
          <p:nvPr/>
        </p:nvSpPr>
        <p:spPr>
          <a:xfrm>
            <a:off x="7315200" y="6457951"/>
            <a:ext cx="1828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185" b="1" i="0">
                <a:solidFill>
                  <a:srgbClr val="203746"/>
                </a:solidFill>
                <a:latin typeface="Arial"/>
                <a:ea typeface="Arial"/>
                <a:cs typeface="Arial"/>
              </a:defRPr>
            </a:pPr>
            <a:r>
              <a:rPr sz="1185" b="1" i="0">
                <a:solidFill>
                  <a:srgbClr val="203746"/>
                </a:solidFill>
                <a:latin typeface="Arial"/>
                <a:ea typeface="Arial"/>
                <a:cs typeface="Arial"/>
              </a:rPr>
              <a:t>conflict landscape</a:t>
            </a:r>
          </a:p>
        </p:txBody>
      </p:sp>
      <p:sp>
        <p:nvSpPr>
          <p:cNvPr id="283" name="矩形 282">
            <a:extLst>
              <a:ext uri="{FF2B5EF4-FFF2-40B4-BE49-F238E27FC236}">
                <a16:creationId xmlns:a16="http://schemas.microsoft.com/office/drawing/2014/main" id="{F4DC1DE8-9AD6-482B-9F2A-D5C5519FF4D9}"/>
              </a:ext>
            </a:extLst>
          </p:cNvPr>
          <p:cNvSpPr>
            <a:spLocks noGrp="1"/>
          </p:cNvSpPr>
          <p:nvPr/>
        </p:nvSpPr>
        <p:spPr>
          <a:xfrm>
            <a:off x="8919210" y="6467476"/>
            <a:ext cx="121158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 fontScale="92500" lnSpcReduction="10000"/>
          </a:bodyPr>
          <a:lstStyle/>
          <a:p>
            <a:pPr algn="r">
              <a:defRPr sz="660" b="0" i="0">
                <a:solidFill>
                  <a:srgbClr val="5D707C"/>
                </a:solidFill>
                <a:latin typeface="Arial"/>
                <a:ea typeface="Arial"/>
                <a:cs typeface="Arial"/>
              </a:defRPr>
            </a:pPr>
            <a:r>
              <a:rPr sz="660" b="0" i="0" dirty="0">
                <a:solidFill>
                  <a:srgbClr val="5D707C"/>
                </a:solidFill>
                <a:latin typeface="Arial"/>
                <a:ea typeface="Arial"/>
                <a:cs typeface="Arial"/>
              </a:rPr>
              <a:t>evidence channels converge before thresholding</a:t>
            </a:r>
          </a:p>
        </p:txBody>
      </p:sp>
      <p:pic>
        <p:nvPicPr>
          <p:cNvPr id="623" name="图形 62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/>
        </p:blipFill>
        <p:spPr>
          <a:xfrm>
            <a:off x="7429500" y="6819901"/>
            <a:ext cx="2724150" cy="742950"/>
          </a:xfrm>
          <a:prstGeom prst="rect">
            <a:avLst/>
          </a:prstGeom>
        </p:spPr>
      </p:pic>
      <p:sp>
        <p:nvSpPr>
          <p:cNvPr id="287" name="矩形 286">
            <a:extLst>
              <a:ext uri="{FF2B5EF4-FFF2-40B4-BE49-F238E27FC236}">
                <a16:creationId xmlns:a16="http://schemas.microsoft.com/office/drawing/2014/main" id="{808D5196-8721-4E4C-8E4B-B801DDA1DA47}"/>
              </a:ext>
            </a:extLst>
          </p:cNvPr>
          <p:cNvSpPr>
            <a:spLocks noGrp="1"/>
          </p:cNvSpPr>
          <p:nvPr/>
        </p:nvSpPr>
        <p:spPr>
          <a:xfrm>
            <a:off x="7429500" y="6753226"/>
            <a:ext cx="971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630" b="0" i="0">
                <a:solidFill>
                  <a:srgbClr val="34766D"/>
                </a:solidFill>
                <a:latin typeface="Arial"/>
                <a:ea typeface="Arial"/>
                <a:cs typeface="Arial"/>
              </a:defRPr>
            </a:pPr>
            <a:r>
              <a:rPr sz="630" b="0" i="0">
                <a:solidFill>
                  <a:srgbClr val="34766D"/>
                </a:solidFill>
                <a:latin typeface="Arial"/>
                <a:ea typeface="Arial"/>
                <a:cs typeface="Arial"/>
              </a:rPr>
              <a:t>lower conflict</a:t>
            </a:r>
          </a:p>
        </p:txBody>
      </p:sp>
      <p:sp>
        <p:nvSpPr>
          <p:cNvPr id="288" name="矩形 287">
            <a:extLst>
              <a:ext uri="{FF2B5EF4-FFF2-40B4-BE49-F238E27FC236}">
                <a16:creationId xmlns:a16="http://schemas.microsoft.com/office/drawing/2014/main" id="{E47912E9-303F-4CA7-9A8F-AEEAA15E8FA9}"/>
              </a:ext>
            </a:extLst>
          </p:cNvPr>
          <p:cNvSpPr>
            <a:spLocks noGrp="1"/>
          </p:cNvSpPr>
          <p:nvPr/>
        </p:nvSpPr>
        <p:spPr>
          <a:xfrm>
            <a:off x="10576941" y="6678041"/>
            <a:ext cx="579120" cy="16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r">
              <a:defRPr sz="615" b="0" i="0">
                <a:solidFill>
                  <a:srgbClr val="A65A54"/>
                </a:solidFill>
                <a:latin typeface="Arial"/>
                <a:ea typeface="Arial"/>
                <a:cs typeface="Arial"/>
              </a:defRPr>
            </a:pPr>
            <a:r>
              <a:rPr sz="615" b="0" i="0" dirty="0">
                <a:solidFill>
                  <a:schemeClr val="accent4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review</a:t>
            </a:r>
            <a:r>
              <a:rPr sz="615" b="0" i="0" dirty="0">
                <a:solidFill>
                  <a:srgbClr val="A65A54"/>
                </a:solidFill>
                <a:latin typeface="Arial"/>
                <a:ea typeface="Arial"/>
                <a:cs typeface="Arial"/>
              </a:rPr>
              <a:t> </a:t>
            </a:r>
            <a:r>
              <a:rPr sz="615" b="0" i="0" dirty="0">
                <a:solidFill>
                  <a:schemeClr val="accent4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residual</a:t>
            </a:r>
          </a:p>
        </p:txBody>
      </p:sp>
      <p:sp>
        <p:nvSpPr>
          <p:cNvPr id="289" name="直接连接符 288">
            <a:extLst>
              <a:ext uri="{FF2B5EF4-FFF2-40B4-BE49-F238E27FC236}">
                <a16:creationId xmlns:a16="http://schemas.microsoft.com/office/drawing/2014/main" id="{5FEAB67B-E744-4274-AF58-3EEF7DFBC293}"/>
              </a:ext>
            </a:extLst>
          </p:cNvPr>
          <p:cNvSpPr>
            <a:spLocks noGrp="1"/>
          </p:cNvSpPr>
          <p:nvPr/>
        </p:nvSpPr>
        <p:spPr>
          <a:xfrm rot="-799472">
            <a:off x="7519743" y="7367589"/>
            <a:ext cx="371963" cy="9525"/>
          </a:xfrm>
          <a:prstGeom prst="line">
            <a:avLst/>
          </a:prstGeom>
          <a:ln w="20955">
            <a:solidFill>
              <a:srgbClr val="34766D"/>
            </a:solidFill>
            <a:prstDash val="solid"/>
          </a:ln>
        </p:spPr>
      </p:sp>
      <p:sp>
        <p:nvSpPr>
          <p:cNvPr id="290" name="直接连接符 289">
            <a:extLst>
              <a:ext uri="{FF2B5EF4-FFF2-40B4-BE49-F238E27FC236}">
                <a16:creationId xmlns:a16="http://schemas.microsoft.com/office/drawing/2014/main" id="{C8888960-6E00-4F61-9CCA-3BE71DCF6525}"/>
              </a:ext>
            </a:extLst>
          </p:cNvPr>
          <p:cNvSpPr>
            <a:spLocks noGrp="1"/>
          </p:cNvSpPr>
          <p:nvPr/>
        </p:nvSpPr>
        <p:spPr>
          <a:xfrm rot="342636">
            <a:off x="7885750" y="7343776"/>
            <a:ext cx="382900" cy="9525"/>
          </a:xfrm>
          <a:prstGeom prst="line">
            <a:avLst/>
          </a:prstGeom>
          <a:ln w="20955">
            <a:solidFill>
              <a:srgbClr val="34766D"/>
            </a:solidFill>
            <a:prstDash val="solid"/>
          </a:ln>
        </p:spPr>
      </p:sp>
      <p:sp>
        <p:nvSpPr>
          <p:cNvPr id="291" name="直接连接符 290">
            <a:extLst>
              <a:ext uri="{FF2B5EF4-FFF2-40B4-BE49-F238E27FC236}">
                <a16:creationId xmlns:a16="http://schemas.microsoft.com/office/drawing/2014/main" id="{BCDEA3CA-53D4-4221-BB9E-9C7DDC3B18C4}"/>
              </a:ext>
            </a:extLst>
          </p:cNvPr>
          <p:cNvSpPr>
            <a:spLocks noGrp="1"/>
          </p:cNvSpPr>
          <p:nvPr/>
        </p:nvSpPr>
        <p:spPr>
          <a:xfrm rot="-1233363">
            <a:off x="8254746" y="7291389"/>
            <a:ext cx="406908" cy="9525"/>
          </a:xfrm>
          <a:prstGeom prst="line">
            <a:avLst/>
          </a:prstGeom>
          <a:ln w="20955">
            <a:solidFill>
              <a:srgbClr val="34766D"/>
            </a:solidFill>
            <a:prstDash val="solid"/>
          </a:ln>
        </p:spPr>
      </p:sp>
      <p:sp>
        <p:nvSpPr>
          <p:cNvPr id="292" name="直接连接符 291">
            <a:extLst>
              <a:ext uri="{FF2B5EF4-FFF2-40B4-BE49-F238E27FC236}">
                <a16:creationId xmlns:a16="http://schemas.microsoft.com/office/drawing/2014/main" id="{59C94938-8EF6-45CE-A1CD-628801BC9D4B}"/>
              </a:ext>
            </a:extLst>
          </p:cNvPr>
          <p:cNvSpPr>
            <a:spLocks noGrp="1"/>
          </p:cNvSpPr>
          <p:nvPr/>
        </p:nvSpPr>
        <p:spPr>
          <a:xfrm rot="511846">
            <a:off x="8646569" y="7248526"/>
            <a:ext cx="385262" cy="9525"/>
          </a:xfrm>
          <a:prstGeom prst="line">
            <a:avLst/>
          </a:prstGeom>
          <a:ln w="20955">
            <a:solidFill>
              <a:srgbClr val="34766D"/>
            </a:solidFill>
            <a:prstDash val="solid"/>
          </a:ln>
        </p:spPr>
      </p:sp>
      <p:sp>
        <p:nvSpPr>
          <p:cNvPr id="293" name="直接连接符 292">
            <a:extLst>
              <a:ext uri="{FF2B5EF4-FFF2-40B4-BE49-F238E27FC236}">
                <a16:creationId xmlns:a16="http://schemas.microsoft.com/office/drawing/2014/main" id="{0CCC81AE-9B55-4079-8D41-7B4AC9BA9DEC}"/>
              </a:ext>
            </a:extLst>
          </p:cNvPr>
          <p:cNvSpPr>
            <a:spLocks noGrp="1"/>
          </p:cNvSpPr>
          <p:nvPr/>
        </p:nvSpPr>
        <p:spPr>
          <a:xfrm rot="-1381530">
            <a:off x="9013209" y="7196139"/>
            <a:ext cx="413982" cy="9525"/>
          </a:xfrm>
          <a:prstGeom prst="line">
            <a:avLst/>
          </a:prstGeom>
          <a:ln w="20955">
            <a:solidFill>
              <a:srgbClr val="34766D"/>
            </a:solidFill>
            <a:prstDash val="solid"/>
          </a:ln>
        </p:spPr>
      </p:sp>
      <p:sp>
        <p:nvSpPr>
          <p:cNvPr id="294" name="直接连接符 293">
            <a:extLst>
              <a:ext uri="{FF2B5EF4-FFF2-40B4-BE49-F238E27FC236}">
                <a16:creationId xmlns:a16="http://schemas.microsoft.com/office/drawing/2014/main" id="{DF368D9E-6EBD-47C8-9A69-A7622B65E967}"/>
              </a:ext>
            </a:extLst>
          </p:cNvPr>
          <p:cNvSpPr>
            <a:spLocks noGrp="1"/>
          </p:cNvSpPr>
          <p:nvPr/>
        </p:nvSpPr>
        <p:spPr>
          <a:xfrm rot="427501">
            <a:off x="9409217" y="7138989"/>
            <a:ext cx="383965" cy="9525"/>
          </a:xfrm>
          <a:prstGeom prst="line">
            <a:avLst/>
          </a:prstGeom>
          <a:ln w="20955">
            <a:solidFill>
              <a:srgbClr val="34766D"/>
            </a:solidFill>
            <a:prstDash val="solid"/>
          </a:ln>
        </p:spPr>
      </p:sp>
      <p:sp>
        <p:nvSpPr>
          <p:cNvPr id="295" name="椭圆 294">
            <a:extLst>
              <a:ext uri="{FF2B5EF4-FFF2-40B4-BE49-F238E27FC236}">
                <a16:creationId xmlns:a16="http://schemas.microsoft.com/office/drawing/2014/main" id="{9B2EFB9F-E85C-4B6A-A10C-26239F6B228E}"/>
              </a:ext>
            </a:extLst>
          </p:cNvPr>
          <p:cNvSpPr>
            <a:spLocks noGrp="1"/>
          </p:cNvSpPr>
          <p:nvPr/>
        </p:nvSpPr>
        <p:spPr>
          <a:xfrm>
            <a:off x="7496175" y="7381876"/>
            <a:ext cx="57150" cy="57150"/>
          </a:xfrm>
          <a:prstGeom prst="ellipse">
            <a:avLst/>
          </a:prstGeom>
          <a:solidFill>
            <a:srgbClr val="FFFFFF"/>
          </a:solidFill>
          <a:ln w="7144">
            <a:solidFill>
              <a:srgbClr val="34766D"/>
            </a:solidFill>
            <a:prstDash val="solid"/>
          </a:ln>
        </p:spPr>
      </p:sp>
      <p:sp>
        <p:nvSpPr>
          <p:cNvPr id="296" name="椭圆 295">
            <a:extLst>
              <a:ext uri="{FF2B5EF4-FFF2-40B4-BE49-F238E27FC236}">
                <a16:creationId xmlns:a16="http://schemas.microsoft.com/office/drawing/2014/main" id="{6800E641-CC79-42E3-AF18-226E66C0C4E7}"/>
              </a:ext>
            </a:extLst>
          </p:cNvPr>
          <p:cNvSpPr>
            <a:spLocks noGrp="1"/>
          </p:cNvSpPr>
          <p:nvPr/>
        </p:nvSpPr>
        <p:spPr>
          <a:xfrm>
            <a:off x="7858125" y="7296151"/>
            <a:ext cx="57150" cy="57150"/>
          </a:xfrm>
          <a:prstGeom prst="ellipse">
            <a:avLst/>
          </a:prstGeom>
          <a:solidFill>
            <a:srgbClr val="FFFFFF"/>
          </a:solidFill>
          <a:ln w="7144">
            <a:solidFill>
              <a:srgbClr val="34766D"/>
            </a:solidFill>
            <a:prstDash val="solid"/>
          </a:ln>
        </p:spPr>
      </p:sp>
      <p:sp>
        <p:nvSpPr>
          <p:cNvPr id="297" name="椭圆 296">
            <a:extLst>
              <a:ext uri="{FF2B5EF4-FFF2-40B4-BE49-F238E27FC236}">
                <a16:creationId xmlns:a16="http://schemas.microsoft.com/office/drawing/2014/main" id="{533B953C-6379-4EF9-93DE-99D544247200}"/>
              </a:ext>
            </a:extLst>
          </p:cNvPr>
          <p:cNvSpPr>
            <a:spLocks noGrp="1"/>
          </p:cNvSpPr>
          <p:nvPr/>
        </p:nvSpPr>
        <p:spPr>
          <a:xfrm>
            <a:off x="8239125" y="7334251"/>
            <a:ext cx="57150" cy="57150"/>
          </a:xfrm>
          <a:prstGeom prst="ellipse">
            <a:avLst/>
          </a:prstGeom>
          <a:solidFill>
            <a:srgbClr val="FFFFFF"/>
          </a:solidFill>
          <a:ln w="7144">
            <a:solidFill>
              <a:srgbClr val="34766D"/>
            </a:solidFill>
            <a:prstDash val="solid"/>
          </a:ln>
        </p:spPr>
      </p:sp>
      <p:sp>
        <p:nvSpPr>
          <p:cNvPr id="298" name="椭圆 297">
            <a:extLst>
              <a:ext uri="{FF2B5EF4-FFF2-40B4-BE49-F238E27FC236}">
                <a16:creationId xmlns:a16="http://schemas.microsoft.com/office/drawing/2014/main" id="{E28C8B45-91DD-453E-858A-07C834B082CD}"/>
              </a:ext>
            </a:extLst>
          </p:cNvPr>
          <p:cNvSpPr>
            <a:spLocks noGrp="1"/>
          </p:cNvSpPr>
          <p:nvPr/>
        </p:nvSpPr>
        <p:spPr>
          <a:xfrm>
            <a:off x="8620125" y="7191376"/>
            <a:ext cx="57150" cy="57150"/>
          </a:xfrm>
          <a:prstGeom prst="ellipse">
            <a:avLst/>
          </a:prstGeom>
          <a:solidFill>
            <a:srgbClr val="FFFFFF"/>
          </a:solidFill>
          <a:ln w="7144">
            <a:solidFill>
              <a:srgbClr val="34766D"/>
            </a:solidFill>
            <a:prstDash val="solid"/>
          </a:ln>
        </p:spPr>
      </p:sp>
      <p:sp>
        <p:nvSpPr>
          <p:cNvPr id="299" name="椭圆 298">
            <a:extLst>
              <a:ext uri="{FF2B5EF4-FFF2-40B4-BE49-F238E27FC236}">
                <a16:creationId xmlns:a16="http://schemas.microsoft.com/office/drawing/2014/main" id="{48807064-8ABC-4202-B649-D479D5F9D903}"/>
              </a:ext>
            </a:extLst>
          </p:cNvPr>
          <p:cNvSpPr>
            <a:spLocks noGrp="1"/>
          </p:cNvSpPr>
          <p:nvPr/>
        </p:nvSpPr>
        <p:spPr>
          <a:xfrm>
            <a:off x="9001125" y="7248526"/>
            <a:ext cx="57150" cy="57150"/>
          </a:xfrm>
          <a:prstGeom prst="ellipse">
            <a:avLst/>
          </a:prstGeom>
          <a:solidFill>
            <a:srgbClr val="FFFFFF"/>
          </a:solidFill>
          <a:ln w="7144">
            <a:solidFill>
              <a:srgbClr val="34766D"/>
            </a:solidFill>
            <a:prstDash val="solid"/>
          </a:ln>
        </p:spPr>
      </p:sp>
      <p:sp>
        <p:nvSpPr>
          <p:cNvPr id="300" name="椭圆 299">
            <a:extLst>
              <a:ext uri="{FF2B5EF4-FFF2-40B4-BE49-F238E27FC236}">
                <a16:creationId xmlns:a16="http://schemas.microsoft.com/office/drawing/2014/main" id="{D7E6A4CA-9B58-488C-AC25-C33E9AFBDFEA}"/>
              </a:ext>
            </a:extLst>
          </p:cNvPr>
          <p:cNvSpPr>
            <a:spLocks noGrp="1"/>
          </p:cNvSpPr>
          <p:nvPr/>
        </p:nvSpPr>
        <p:spPr>
          <a:xfrm>
            <a:off x="9382125" y="7086601"/>
            <a:ext cx="57150" cy="57150"/>
          </a:xfrm>
          <a:prstGeom prst="ellipse">
            <a:avLst/>
          </a:prstGeom>
          <a:solidFill>
            <a:srgbClr val="FFFFFF"/>
          </a:solidFill>
          <a:ln w="7144">
            <a:solidFill>
              <a:srgbClr val="34766D"/>
            </a:solidFill>
            <a:prstDash val="solid"/>
          </a:ln>
        </p:spPr>
      </p:sp>
      <p:sp>
        <p:nvSpPr>
          <p:cNvPr id="301" name="椭圆 300">
            <a:extLst>
              <a:ext uri="{FF2B5EF4-FFF2-40B4-BE49-F238E27FC236}">
                <a16:creationId xmlns:a16="http://schemas.microsoft.com/office/drawing/2014/main" id="{E564AF69-658E-4B34-B355-399D7CFF5B93}"/>
              </a:ext>
            </a:extLst>
          </p:cNvPr>
          <p:cNvSpPr>
            <a:spLocks noGrp="1"/>
          </p:cNvSpPr>
          <p:nvPr/>
        </p:nvSpPr>
        <p:spPr>
          <a:xfrm>
            <a:off x="9763125" y="7134226"/>
            <a:ext cx="57150" cy="57150"/>
          </a:xfrm>
          <a:prstGeom prst="ellipse">
            <a:avLst/>
          </a:prstGeom>
          <a:solidFill>
            <a:srgbClr val="5D9B91"/>
          </a:solidFill>
          <a:ln w="7144">
            <a:solidFill>
              <a:srgbClr val="34766D"/>
            </a:solidFill>
            <a:prstDash val="solid"/>
          </a:ln>
        </p:spPr>
      </p:sp>
      <p:sp>
        <p:nvSpPr>
          <p:cNvPr id="302" name="直接连接符 301">
            <a:extLst>
              <a:ext uri="{FF2B5EF4-FFF2-40B4-BE49-F238E27FC236}">
                <a16:creationId xmlns:a16="http://schemas.microsoft.com/office/drawing/2014/main" id="{784D0C33-40CD-4016-BCF9-9AB35958B91A}"/>
              </a:ext>
            </a:extLst>
          </p:cNvPr>
          <p:cNvSpPr>
            <a:spLocks noGrp="1"/>
          </p:cNvSpPr>
          <p:nvPr/>
        </p:nvSpPr>
        <p:spPr>
          <a:xfrm rot="5400000">
            <a:off x="9950450" y="7205982"/>
            <a:ext cx="685800" cy="9525"/>
          </a:xfrm>
          <a:prstGeom prst="line">
            <a:avLst/>
          </a:prstGeom>
          <a:ln w="14288">
            <a:solidFill>
              <a:srgbClr val="203746"/>
            </a:solidFill>
            <a:prstDash val="solid"/>
          </a:ln>
        </p:spPr>
      </p:sp>
      <p:sp>
        <p:nvSpPr>
          <p:cNvPr id="303" name="矩形 302">
            <a:extLst>
              <a:ext uri="{FF2B5EF4-FFF2-40B4-BE49-F238E27FC236}">
                <a16:creationId xmlns:a16="http://schemas.microsoft.com/office/drawing/2014/main" id="{635E7E89-2E30-4D7D-AD8F-EA1903A23946}"/>
              </a:ext>
            </a:extLst>
          </p:cNvPr>
          <p:cNvSpPr>
            <a:spLocks noGrp="1"/>
          </p:cNvSpPr>
          <p:nvPr/>
        </p:nvSpPr>
        <p:spPr>
          <a:xfrm>
            <a:off x="9973056" y="7565391"/>
            <a:ext cx="6477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615" b="0" i="0">
                <a:solidFill>
                  <a:srgbClr val="5D707C"/>
                </a:solidFill>
                <a:latin typeface="Arial"/>
                <a:ea typeface="Arial"/>
                <a:cs typeface="Arial"/>
              </a:defRPr>
            </a:pPr>
            <a:r>
              <a:rPr lang="en-US" sz="615" dirty="0">
                <a:solidFill>
                  <a:srgbClr val="5D707C"/>
                </a:solidFill>
                <a:latin typeface="Arial"/>
                <a:ea typeface="Arial"/>
                <a:cs typeface="Arial"/>
              </a:rPr>
              <a:t>T</a:t>
            </a:r>
            <a:r>
              <a:rPr sz="615" b="0" i="0" dirty="0">
                <a:solidFill>
                  <a:srgbClr val="5D707C"/>
                </a:solidFill>
                <a:latin typeface="Arial"/>
                <a:ea typeface="Arial"/>
                <a:cs typeface="Arial"/>
              </a:rPr>
              <a:t>hreshold</a:t>
            </a:r>
          </a:p>
        </p:txBody>
      </p:sp>
      <p:sp>
        <p:nvSpPr>
          <p:cNvPr id="311" name="矩形 310">
            <a:extLst>
              <a:ext uri="{FF2B5EF4-FFF2-40B4-BE49-F238E27FC236}">
                <a16:creationId xmlns:a16="http://schemas.microsoft.com/office/drawing/2014/main" id="{06CFEF0F-5D26-4350-94B9-514BAB8DDD35}"/>
              </a:ext>
            </a:extLst>
          </p:cNvPr>
          <p:cNvSpPr>
            <a:spLocks noGrp="1"/>
          </p:cNvSpPr>
          <p:nvPr/>
        </p:nvSpPr>
        <p:spPr>
          <a:xfrm>
            <a:off x="9467850" y="7277101"/>
            <a:ext cx="6858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630" b="1" i="0">
                <a:solidFill>
                  <a:srgbClr val="34766D"/>
                </a:solidFill>
                <a:latin typeface="Arial"/>
                <a:ea typeface="Arial"/>
                <a:cs typeface="Arial"/>
              </a:defRPr>
            </a:pPr>
            <a:r>
              <a:rPr lang="en-US" sz="630" b="1" dirty="0">
                <a:solidFill>
                  <a:srgbClr val="34766D"/>
                </a:solidFill>
                <a:latin typeface="Arial"/>
                <a:ea typeface="Arial"/>
                <a:cs typeface="Arial"/>
              </a:rPr>
              <a:t>F</a:t>
            </a:r>
            <a:r>
              <a:rPr sz="630" b="1" i="0" dirty="0">
                <a:solidFill>
                  <a:srgbClr val="34766D"/>
                </a:solidFill>
                <a:latin typeface="Arial"/>
                <a:ea typeface="Arial"/>
                <a:cs typeface="Arial"/>
              </a:rPr>
              <a:t>used </a:t>
            </a:r>
            <a:r>
              <a:rPr lang="en-US" sz="630" b="1" dirty="0">
                <a:solidFill>
                  <a:srgbClr val="34766D"/>
                </a:solidFill>
                <a:latin typeface="Arial"/>
                <a:ea typeface="Arial"/>
                <a:cs typeface="Arial"/>
              </a:rPr>
              <a:t>S</a:t>
            </a:r>
            <a:r>
              <a:rPr sz="630" b="1" i="0" dirty="0">
                <a:solidFill>
                  <a:srgbClr val="34766D"/>
                </a:solidFill>
                <a:latin typeface="Arial"/>
                <a:ea typeface="Arial"/>
                <a:cs typeface="Arial"/>
              </a:rPr>
              <a:t>core</a:t>
            </a:r>
          </a:p>
        </p:txBody>
      </p:sp>
      <p:sp>
        <p:nvSpPr>
          <p:cNvPr id="323" name="矩形 322">
            <a:extLst>
              <a:ext uri="{FF2B5EF4-FFF2-40B4-BE49-F238E27FC236}">
                <a16:creationId xmlns:a16="http://schemas.microsoft.com/office/drawing/2014/main" id="{FD96B538-E8B5-417C-8C33-6AC843CE89E1}"/>
              </a:ext>
            </a:extLst>
          </p:cNvPr>
          <p:cNvSpPr>
            <a:spLocks noGrp="1"/>
          </p:cNvSpPr>
          <p:nvPr/>
        </p:nvSpPr>
        <p:spPr>
          <a:xfrm>
            <a:off x="12458700" y="6153151"/>
            <a:ext cx="2190750" cy="792000"/>
          </a:xfrm>
          <a:prstGeom prst="rect">
            <a:avLst/>
          </a:prstGeom>
          <a:solidFill>
            <a:srgbClr val="FFFFFF"/>
          </a:solidFill>
          <a:ln w="7620">
            <a:solidFill>
              <a:srgbClr val="5D9B91"/>
            </a:solidFill>
            <a:prstDash val="solid"/>
          </a:ln>
        </p:spPr>
      </p:sp>
      <p:pic>
        <p:nvPicPr>
          <p:cNvPr id="662" name="图形 66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/>
        </p:blipFill>
        <p:spPr>
          <a:xfrm>
            <a:off x="12592050" y="6334126"/>
            <a:ext cx="361950" cy="361950"/>
          </a:xfrm>
          <a:prstGeom prst="rect">
            <a:avLst/>
          </a:prstGeom>
        </p:spPr>
      </p:pic>
      <p:sp>
        <p:nvSpPr>
          <p:cNvPr id="326" name="矩形 325">
            <a:extLst>
              <a:ext uri="{FF2B5EF4-FFF2-40B4-BE49-F238E27FC236}">
                <a16:creationId xmlns:a16="http://schemas.microsoft.com/office/drawing/2014/main" id="{F3641CC5-235F-4E03-9FCA-47FF6108987D}"/>
              </a:ext>
            </a:extLst>
          </p:cNvPr>
          <p:cNvSpPr>
            <a:spLocks noGrp="1"/>
          </p:cNvSpPr>
          <p:nvPr/>
        </p:nvSpPr>
        <p:spPr>
          <a:xfrm>
            <a:off x="13030200" y="6219826"/>
            <a:ext cx="1485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1" i="0">
                <a:solidFill>
                  <a:srgbClr val="34766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4766D"/>
                </a:solidFill>
                <a:latin typeface="Arial"/>
                <a:ea typeface="Arial"/>
                <a:cs typeface="Arial"/>
              </a:rPr>
              <a:t>PROPOSED RELEASE</a:t>
            </a:r>
          </a:p>
        </p:txBody>
      </p:sp>
      <p:sp>
        <p:nvSpPr>
          <p:cNvPr id="327" name="矩形 326">
            <a:extLst>
              <a:ext uri="{FF2B5EF4-FFF2-40B4-BE49-F238E27FC236}">
                <a16:creationId xmlns:a16="http://schemas.microsoft.com/office/drawing/2014/main" id="{877C7F28-A2C6-47B5-B500-6974C3C388E8}"/>
              </a:ext>
            </a:extLst>
          </p:cNvPr>
          <p:cNvSpPr>
            <a:spLocks noGrp="1"/>
          </p:cNvSpPr>
          <p:nvPr/>
        </p:nvSpPr>
        <p:spPr>
          <a:xfrm>
            <a:off x="13030200" y="6477001"/>
            <a:ext cx="1485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720" b="0" i="0">
                <a:solidFill>
                  <a:srgbClr val="5D707C"/>
                </a:solidFill>
                <a:latin typeface="Arial"/>
                <a:ea typeface="Arial"/>
                <a:cs typeface="Arial"/>
              </a:defRPr>
            </a:pPr>
            <a:r>
              <a:rPr sz="720" b="0" i="0">
                <a:solidFill>
                  <a:srgbClr val="5D707C"/>
                </a:solidFill>
                <a:latin typeface="Arial"/>
                <a:ea typeface="Arial"/>
                <a:cs typeface="Arial"/>
              </a:rPr>
              <a:t>value + evidence</a:t>
            </a:r>
          </a:p>
        </p:txBody>
      </p:sp>
      <p:sp>
        <p:nvSpPr>
          <p:cNvPr id="328" name="矩形 327">
            <a:extLst>
              <a:ext uri="{FF2B5EF4-FFF2-40B4-BE49-F238E27FC236}">
                <a16:creationId xmlns:a16="http://schemas.microsoft.com/office/drawing/2014/main" id="{97F74128-69B7-4021-A460-33D9FE5FA7A3}"/>
              </a:ext>
            </a:extLst>
          </p:cNvPr>
          <p:cNvSpPr>
            <a:spLocks noGrp="1"/>
          </p:cNvSpPr>
          <p:nvPr/>
        </p:nvSpPr>
        <p:spPr>
          <a:xfrm>
            <a:off x="13030200" y="6657976"/>
            <a:ext cx="1485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690" b="0" i="0">
                <a:solidFill>
                  <a:srgbClr val="5D707C"/>
                </a:solidFill>
                <a:latin typeface="Arial"/>
                <a:ea typeface="Arial"/>
                <a:cs typeface="Arial"/>
              </a:defRPr>
            </a:pPr>
            <a:r>
              <a:rPr sz="690" b="0" i="0">
                <a:solidFill>
                  <a:srgbClr val="5D707C"/>
                </a:solidFill>
                <a:latin typeface="Arial"/>
                <a:ea typeface="Arial"/>
                <a:cs typeface="Arial"/>
              </a:rPr>
              <a:t>score at/below threshold</a:t>
            </a:r>
          </a:p>
        </p:txBody>
      </p:sp>
      <p:sp>
        <p:nvSpPr>
          <p:cNvPr id="329" name="矩形 328">
            <a:extLst>
              <a:ext uri="{FF2B5EF4-FFF2-40B4-BE49-F238E27FC236}">
                <a16:creationId xmlns:a16="http://schemas.microsoft.com/office/drawing/2014/main" id="{C8A51A57-68C3-4354-99CF-22613ABD566C}"/>
              </a:ext>
            </a:extLst>
          </p:cNvPr>
          <p:cNvSpPr>
            <a:spLocks noGrp="1"/>
          </p:cNvSpPr>
          <p:nvPr/>
        </p:nvSpPr>
        <p:spPr>
          <a:xfrm>
            <a:off x="12458700" y="7105651"/>
            <a:ext cx="2190750" cy="819150"/>
          </a:xfrm>
          <a:prstGeom prst="rect">
            <a:avLst/>
          </a:prstGeom>
          <a:solidFill>
            <a:srgbClr val="FFFFFF"/>
          </a:solidFill>
          <a:ln w="7620">
            <a:solidFill>
              <a:srgbClr val="C47870"/>
            </a:solidFill>
            <a:prstDash val="solid"/>
          </a:ln>
        </p:spPr>
      </p:sp>
      <p:pic>
        <p:nvPicPr>
          <p:cNvPr id="668" name="图形 66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/>
        </p:blipFill>
        <p:spPr>
          <a:xfrm>
            <a:off x="12592050" y="7286626"/>
            <a:ext cx="361950" cy="361950"/>
          </a:xfrm>
          <a:prstGeom prst="rect">
            <a:avLst/>
          </a:prstGeom>
        </p:spPr>
      </p:pic>
      <p:sp>
        <p:nvSpPr>
          <p:cNvPr id="332" name="矩形 331">
            <a:extLst>
              <a:ext uri="{FF2B5EF4-FFF2-40B4-BE49-F238E27FC236}">
                <a16:creationId xmlns:a16="http://schemas.microsoft.com/office/drawing/2014/main" id="{00CEB2EC-0E17-48B4-8EF5-F1FBA13724D8}"/>
              </a:ext>
            </a:extLst>
          </p:cNvPr>
          <p:cNvSpPr>
            <a:spLocks noGrp="1"/>
          </p:cNvSpPr>
          <p:nvPr/>
        </p:nvSpPr>
        <p:spPr>
          <a:xfrm>
            <a:off x="13030200" y="7172326"/>
            <a:ext cx="1485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1" i="0">
                <a:solidFill>
                  <a:srgbClr val="A65A5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65A54"/>
                </a:solidFill>
                <a:latin typeface="Arial"/>
                <a:ea typeface="Arial"/>
                <a:cs typeface="Arial"/>
              </a:rPr>
              <a:t>PROPOSED REVIEW</a:t>
            </a:r>
          </a:p>
        </p:txBody>
      </p:sp>
      <p:sp>
        <p:nvSpPr>
          <p:cNvPr id="333" name="矩形 332">
            <a:extLst>
              <a:ext uri="{FF2B5EF4-FFF2-40B4-BE49-F238E27FC236}">
                <a16:creationId xmlns:a16="http://schemas.microsoft.com/office/drawing/2014/main" id="{224F114E-6E00-437D-AEE3-BA1DCC4C66B8}"/>
              </a:ext>
            </a:extLst>
          </p:cNvPr>
          <p:cNvSpPr>
            <a:spLocks noGrp="1"/>
          </p:cNvSpPr>
          <p:nvPr/>
        </p:nvSpPr>
        <p:spPr>
          <a:xfrm>
            <a:off x="13030200" y="7429501"/>
            <a:ext cx="1485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720" b="0" i="0">
                <a:solidFill>
                  <a:srgbClr val="5D707C"/>
                </a:solidFill>
                <a:latin typeface="Arial"/>
                <a:ea typeface="Arial"/>
                <a:cs typeface="Arial"/>
              </a:defRPr>
            </a:pPr>
            <a:r>
              <a:rPr sz="720" b="0" i="0">
                <a:solidFill>
                  <a:srgbClr val="5D707C"/>
                </a:solidFill>
                <a:latin typeface="Arial"/>
                <a:ea typeface="Arial"/>
                <a:cs typeface="Arial"/>
              </a:rPr>
              <a:t>value + reason + evidence</a:t>
            </a:r>
          </a:p>
        </p:txBody>
      </p:sp>
      <p:sp>
        <p:nvSpPr>
          <p:cNvPr id="334" name="矩形 333">
            <a:extLst>
              <a:ext uri="{FF2B5EF4-FFF2-40B4-BE49-F238E27FC236}">
                <a16:creationId xmlns:a16="http://schemas.microsoft.com/office/drawing/2014/main" id="{BAACE223-0C7D-4941-9835-98D49E8E93FB}"/>
              </a:ext>
            </a:extLst>
          </p:cNvPr>
          <p:cNvSpPr>
            <a:spLocks noGrp="1"/>
          </p:cNvSpPr>
          <p:nvPr/>
        </p:nvSpPr>
        <p:spPr>
          <a:xfrm>
            <a:off x="13030200" y="7610476"/>
            <a:ext cx="1485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690" b="0" i="0">
                <a:solidFill>
                  <a:srgbClr val="5D707C"/>
                </a:solidFill>
                <a:latin typeface="Arial"/>
                <a:ea typeface="Arial"/>
                <a:cs typeface="Arial"/>
              </a:defRPr>
            </a:pPr>
            <a:r>
              <a:rPr sz="690" b="0" i="0">
                <a:solidFill>
                  <a:srgbClr val="5D707C"/>
                </a:solidFill>
                <a:latin typeface="Arial"/>
                <a:ea typeface="Arial"/>
                <a:cs typeface="Arial"/>
              </a:rPr>
              <a:t>score above threshold</a:t>
            </a:r>
          </a:p>
        </p:txBody>
      </p:sp>
      <p:sp>
        <p:nvSpPr>
          <p:cNvPr id="336" name="矩形 335">
            <a:extLst>
              <a:ext uri="{FF2B5EF4-FFF2-40B4-BE49-F238E27FC236}">
                <a16:creationId xmlns:a16="http://schemas.microsoft.com/office/drawing/2014/main" id="{DF04C03D-5221-4626-9FFD-C436F56991E1}"/>
              </a:ext>
            </a:extLst>
          </p:cNvPr>
          <p:cNvSpPr>
            <a:spLocks noGrp="1"/>
          </p:cNvSpPr>
          <p:nvPr/>
        </p:nvSpPr>
        <p:spPr>
          <a:xfrm>
            <a:off x="457200" y="8559546"/>
            <a:ext cx="2524125" cy="891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Autofit/>
          </a:bodyPr>
          <a:lstStyle/>
          <a:p>
            <a:pPr algn="l">
              <a:defRPr sz="885" b="1" i="0">
                <a:solidFill>
                  <a:srgbClr val="A65A54"/>
                </a:solidFill>
                <a:latin typeface="Arial"/>
                <a:ea typeface="Arial"/>
                <a:cs typeface="Arial"/>
              </a:defRPr>
            </a:pPr>
            <a:r>
              <a:rPr sz="1730" b="1" i="0" dirty="0">
                <a:solidFill>
                  <a:srgbClr val="A65A54"/>
                </a:solidFill>
                <a:latin typeface="Arial"/>
                <a:ea typeface="Arial"/>
                <a:cs typeface="Arial"/>
              </a:rPr>
              <a:t>EVIDENCE BOUNDARY</a:t>
            </a:r>
          </a:p>
        </p:txBody>
      </p:sp>
      <p:sp>
        <p:nvSpPr>
          <p:cNvPr id="337" name="矩形 336">
            <a:extLst>
              <a:ext uri="{FF2B5EF4-FFF2-40B4-BE49-F238E27FC236}">
                <a16:creationId xmlns:a16="http://schemas.microsoft.com/office/drawing/2014/main" id="{FD1FB989-AF9E-4336-8FE1-3CE96EE1F651}"/>
              </a:ext>
            </a:extLst>
          </p:cNvPr>
          <p:cNvSpPr>
            <a:spLocks noGrp="1"/>
          </p:cNvSpPr>
          <p:nvPr/>
        </p:nvSpPr>
        <p:spPr>
          <a:xfrm>
            <a:off x="3069489" y="8382000"/>
            <a:ext cx="1213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878" b="0" i="0">
                <a:solidFill>
                  <a:srgbClr val="5D707C"/>
                </a:solidFill>
                <a:latin typeface="Arial"/>
                <a:ea typeface="Arial"/>
                <a:cs typeface="Arial"/>
              </a:defRPr>
            </a:pPr>
            <a:r>
              <a:rPr sz="1200" b="0" i="0" dirty="0">
                <a:solidFill>
                  <a:srgbClr val="5D707C"/>
                </a:solidFill>
                <a:latin typeface="Arial"/>
                <a:ea typeface="Arial"/>
                <a:cs typeface="Arial"/>
              </a:rPr>
              <a:t>Inference uses video-derived evidence only. The research score proposes a state but does not establish autonomous clinical release or clinical utility.</a:t>
            </a:r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3C5D51DD-04EE-468C-BE25-FCEA76524F4E}"/>
              </a:ext>
            </a:extLst>
          </p:cNvPr>
          <p:cNvSpPr>
            <a:spLocks noGrp="1"/>
          </p:cNvSpPr>
          <p:nvPr/>
        </p:nvSpPr>
        <p:spPr>
          <a:xfrm>
            <a:off x="6879180" y="2538602"/>
            <a:ext cx="57150" cy="571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F7FA8"/>
            </a:solidFill>
            <a:prstDash val="solid"/>
          </a:ln>
        </p:spPr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88422354-1C55-C15A-8B69-B4F643C80F7B}"/>
              </a:ext>
            </a:extLst>
          </p:cNvPr>
          <p:cNvSpPr>
            <a:spLocks noGrp="1"/>
          </p:cNvSpPr>
          <p:nvPr/>
        </p:nvSpPr>
        <p:spPr>
          <a:xfrm>
            <a:off x="6898640" y="3936492"/>
            <a:ext cx="946785" cy="178308"/>
          </a:xfrm>
          <a:custGeom>
            <a:avLst/>
            <a:gdLst/>
            <a:ahLst/>
            <a:cxnLst/>
            <a:rect l="0" t="0" r="0" b="0"/>
            <a:pathLst>
              <a:path w="923925" h="190500">
                <a:moveTo>
                  <a:pt x="19050" y="171450"/>
                </a:moveTo>
                <a:lnTo>
                  <a:pt x="44407" y="171104"/>
                </a:lnTo>
                <a:lnTo>
                  <a:pt x="69679" y="170091"/>
                </a:lnTo>
                <a:lnTo>
                  <a:pt x="94870" y="168451"/>
                </a:lnTo>
                <a:lnTo>
                  <a:pt x="119984" y="166224"/>
                </a:lnTo>
                <a:lnTo>
                  <a:pt x="145024" y="163447"/>
                </a:lnTo>
                <a:lnTo>
                  <a:pt x="169995" y="160161"/>
                </a:lnTo>
                <a:lnTo>
                  <a:pt x="194899" y="156405"/>
                </a:lnTo>
                <a:lnTo>
                  <a:pt x="219741" y="152217"/>
                </a:lnTo>
                <a:lnTo>
                  <a:pt x="244525" y="147638"/>
                </a:lnTo>
                <a:lnTo>
                  <a:pt x="269253" y="142705"/>
                </a:lnTo>
                <a:lnTo>
                  <a:pt x="293929" y="137459"/>
                </a:lnTo>
                <a:lnTo>
                  <a:pt x="318558" y="131939"/>
                </a:lnTo>
                <a:lnTo>
                  <a:pt x="343143" y="126183"/>
                </a:lnTo>
                <a:lnTo>
                  <a:pt x="367688" y="120232"/>
                </a:lnTo>
                <a:lnTo>
                  <a:pt x="392195" y="114124"/>
                </a:lnTo>
                <a:lnTo>
                  <a:pt x="416670" y="107898"/>
                </a:lnTo>
                <a:lnTo>
                  <a:pt x="441115" y="101593"/>
                </a:lnTo>
                <a:lnTo>
                  <a:pt x="465534" y="95250"/>
                </a:lnTo>
                <a:lnTo>
                  <a:pt x="489932" y="88907"/>
                </a:lnTo>
                <a:lnTo>
                  <a:pt x="514311" y="82602"/>
                </a:lnTo>
                <a:lnTo>
                  <a:pt x="538675" y="76376"/>
                </a:lnTo>
                <a:lnTo>
                  <a:pt x="563028" y="70268"/>
                </a:lnTo>
                <a:lnTo>
                  <a:pt x="587374" y="64317"/>
                </a:lnTo>
                <a:lnTo>
                  <a:pt x="611717" y="58561"/>
                </a:lnTo>
                <a:lnTo>
                  <a:pt x="636059" y="53041"/>
                </a:lnTo>
                <a:lnTo>
                  <a:pt x="660405" y="47795"/>
                </a:lnTo>
                <a:lnTo>
                  <a:pt x="684758" y="42863"/>
                </a:lnTo>
                <a:lnTo>
                  <a:pt x="709123" y="38283"/>
                </a:lnTo>
                <a:lnTo>
                  <a:pt x="733502" y="34095"/>
                </a:lnTo>
                <a:lnTo>
                  <a:pt x="757899" y="30339"/>
                </a:lnTo>
                <a:lnTo>
                  <a:pt x="782318" y="27053"/>
                </a:lnTo>
                <a:lnTo>
                  <a:pt x="806764" y="24276"/>
                </a:lnTo>
                <a:lnTo>
                  <a:pt x="831238" y="22049"/>
                </a:lnTo>
                <a:lnTo>
                  <a:pt x="855746" y="20409"/>
                </a:lnTo>
                <a:lnTo>
                  <a:pt x="880290" y="19396"/>
                </a:lnTo>
                <a:lnTo>
                  <a:pt x="904875" y="19050"/>
                </a:lnTo>
              </a:path>
            </a:pathLst>
          </a:custGeom>
          <a:noFill/>
          <a:ln w="7144">
            <a:solidFill>
              <a:srgbClr val="2F5F85"/>
            </a:solidFill>
            <a:prstDash val="solid"/>
          </a:ln>
        </p:spPr>
      </p:sp>
      <p:sp>
        <p:nvSpPr>
          <p:cNvPr id="158" name="椭圆 157">
            <a:extLst>
              <a:ext uri="{FF2B5EF4-FFF2-40B4-BE49-F238E27FC236}">
                <a16:creationId xmlns:a16="http://schemas.microsoft.com/office/drawing/2014/main" id="{7E4F175D-F435-4149-99E6-61096D2A7D12}"/>
              </a:ext>
            </a:extLst>
          </p:cNvPr>
          <p:cNvSpPr>
            <a:spLocks noGrp="1"/>
          </p:cNvSpPr>
          <p:nvPr/>
        </p:nvSpPr>
        <p:spPr>
          <a:xfrm>
            <a:off x="7820025" y="3914775"/>
            <a:ext cx="95250" cy="95250"/>
          </a:xfrm>
          <a:prstGeom prst="ellipse">
            <a:avLst/>
          </a:prstGeom>
          <a:solidFill>
            <a:srgbClr val="FFFFFF"/>
          </a:solidFill>
          <a:ln w="8573">
            <a:solidFill>
              <a:srgbClr val="B28E56"/>
            </a:solidFill>
            <a:prstDash val="solid"/>
          </a:ln>
        </p:spPr>
      </p:sp>
      <p:sp>
        <p:nvSpPr>
          <p:cNvPr id="107" name="椭圆 106">
            <a:extLst>
              <a:ext uri="{FF2B5EF4-FFF2-40B4-BE49-F238E27FC236}">
                <a16:creationId xmlns:a16="http://schemas.microsoft.com/office/drawing/2014/main" id="{359EA91F-2FBA-49B2-AB3D-6E6448D9FCD0}"/>
              </a:ext>
            </a:extLst>
          </p:cNvPr>
          <p:cNvSpPr>
            <a:spLocks noGrp="1"/>
          </p:cNvSpPr>
          <p:nvPr/>
        </p:nvSpPr>
        <p:spPr>
          <a:xfrm>
            <a:off x="6877050" y="4069588"/>
            <a:ext cx="57150" cy="571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5F85"/>
            </a:solidFill>
            <a:prstDash val="solid"/>
          </a:ln>
        </p:spPr>
      </p:sp>
      <p:sp>
        <p:nvSpPr>
          <p:cNvPr id="117" name="椭圆 116">
            <a:extLst>
              <a:ext uri="{FF2B5EF4-FFF2-40B4-BE49-F238E27FC236}">
                <a16:creationId xmlns:a16="http://schemas.microsoft.com/office/drawing/2014/main" id="{2F723C85-B288-4117-9AE2-8D4156063524}"/>
              </a:ext>
            </a:extLst>
          </p:cNvPr>
          <p:cNvSpPr>
            <a:spLocks noGrp="1"/>
          </p:cNvSpPr>
          <p:nvPr/>
        </p:nvSpPr>
        <p:spPr>
          <a:xfrm>
            <a:off x="6880860" y="4631055"/>
            <a:ext cx="57150" cy="571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47870"/>
            </a:solidFill>
            <a:prstDash val="solid"/>
          </a:ln>
        </p:spPr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3F81D7B7-82E4-D5AB-DBB4-E2C696833AA3}"/>
              </a:ext>
            </a:extLst>
          </p:cNvPr>
          <p:cNvSpPr>
            <a:spLocks noGrp="1"/>
          </p:cNvSpPr>
          <p:nvPr/>
        </p:nvSpPr>
        <p:spPr>
          <a:xfrm>
            <a:off x="11956034" y="5030089"/>
            <a:ext cx="2731516" cy="11431"/>
          </a:xfrm>
          <a:prstGeom prst="line">
            <a:avLst/>
          </a:prstGeom>
          <a:ln w="17145">
            <a:solidFill>
              <a:srgbClr val="5D9B91"/>
            </a:solidFill>
            <a:prstDash val="solid"/>
          </a:ln>
        </p:spPr>
      </p:sp>
      <p:cxnSp>
        <p:nvCxnSpPr>
          <p:cNvPr id="450" name="直接箭头连接符 449">
            <a:extLst>
              <a:ext uri="{FF2B5EF4-FFF2-40B4-BE49-F238E27FC236}">
                <a16:creationId xmlns:a16="http://schemas.microsoft.com/office/drawing/2014/main" id="{1C8E1A6C-59E8-C047-8434-3CD7A37FEA10}"/>
              </a:ext>
            </a:extLst>
          </p:cNvPr>
          <p:cNvCxnSpPr>
            <a:cxnSpLocks/>
          </p:cNvCxnSpPr>
          <p:nvPr/>
        </p:nvCxnSpPr>
        <p:spPr>
          <a:xfrm>
            <a:off x="12278360" y="4650105"/>
            <a:ext cx="33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直接箭头连接符 452">
            <a:extLst>
              <a:ext uri="{FF2B5EF4-FFF2-40B4-BE49-F238E27FC236}">
                <a16:creationId xmlns:a16="http://schemas.microsoft.com/office/drawing/2014/main" id="{4D56952C-2BCF-13E9-5BE2-CF413EF0DFFC}"/>
              </a:ext>
            </a:extLst>
          </p:cNvPr>
          <p:cNvCxnSpPr/>
          <p:nvPr/>
        </p:nvCxnSpPr>
        <p:spPr>
          <a:xfrm>
            <a:off x="13008610" y="4652645"/>
            <a:ext cx="3835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直接箭头连接符 453">
            <a:extLst>
              <a:ext uri="{FF2B5EF4-FFF2-40B4-BE49-F238E27FC236}">
                <a16:creationId xmlns:a16="http://schemas.microsoft.com/office/drawing/2014/main" id="{16414952-EA90-4AF0-A4AC-8C6A4CF3A76C}"/>
              </a:ext>
            </a:extLst>
          </p:cNvPr>
          <p:cNvCxnSpPr/>
          <p:nvPr/>
        </p:nvCxnSpPr>
        <p:spPr>
          <a:xfrm>
            <a:off x="13671550" y="4647565"/>
            <a:ext cx="3835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直接连接符 99">
            <a:extLst>
              <a:ext uri="{FF2B5EF4-FFF2-40B4-BE49-F238E27FC236}">
                <a16:creationId xmlns:a16="http://schemas.microsoft.com/office/drawing/2014/main" id="{162D1316-8546-4EDD-A529-E1A5E9F30C54}"/>
              </a:ext>
            </a:extLst>
          </p:cNvPr>
          <p:cNvSpPr>
            <a:spLocks noGrp="1"/>
          </p:cNvSpPr>
          <p:nvPr/>
        </p:nvSpPr>
        <p:spPr>
          <a:xfrm rot="3913492" flipV="1">
            <a:off x="4395146" y="3908036"/>
            <a:ext cx="159755" cy="13993"/>
          </a:xfrm>
          <a:prstGeom prst="line">
            <a:avLst/>
          </a:prstGeom>
          <a:ln w="8573">
            <a:solidFill>
              <a:srgbClr val="2F5F85"/>
            </a:solidFill>
            <a:prstDash val="solid"/>
          </a:ln>
        </p:spPr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53AEED52-5445-4E74-AC47-360558B2DC6D}"/>
              </a:ext>
            </a:extLst>
          </p:cNvPr>
          <p:cNvSpPr>
            <a:spLocks noGrp="1"/>
          </p:cNvSpPr>
          <p:nvPr/>
        </p:nvSpPr>
        <p:spPr>
          <a:xfrm>
            <a:off x="4495800" y="3933825"/>
            <a:ext cx="57150" cy="571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5F85"/>
            </a:solidFill>
            <a:prstDash val="solid"/>
          </a:ln>
        </p:spPr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DE2798D8-73C8-469B-A37A-5814C019B169}"/>
              </a:ext>
            </a:extLst>
          </p:cNvPr>
          <p:cNvSpPr>
            <a:spLocks noGrp="1"/>
          </p:cNvSpPr>
          <p:nvPr/>
        </p:nvSpPr>
        <p:spPr>
          <a:xfrm>
            <a:off x="4381500" y="3810000"/>
            <a:ext cx="57150" cy="571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5F85"/>
            </a:solidFill>
            <a:prstDash val="solid"/>
          </a:ln>
        </p:spPr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9C6B0CBF-EDE5-46B8-A273-7D7AC3841BCE}"/>
              </a:ext>
            </a:extLst>
          </p:cNvPr>
          <p:cNvSpPr>
            <a:spLocks noGrp="1"/>
          </p:cNvSpPr>
          <p:nvPr/>
        </p:nvSpPr>
        <p:spPr>
          <a:xfrm>
            <a:off x="4152900" y="3810000"/>
            <a:ext cx="57150" cy="571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5F85"/>
            </a:solidFill>
            <a:prstDash val="solid"/>
          </a:ln>
        </p:spPr>
      </p:sp>
      <p:sp>
        <p:nvSpPr>
          <p:cNvPr id="458" name="矩形 457">
            <a:extLst>
              <a:ext uri="{FF2B5EF4-FFF2-40B4-BE49-F238E27FC236}">
                <a16:creationId xmlns:a16="http://schemas.microsoft.com/office/drawing/2014/main" id="{5F96CD7E-923F-5456-4BC0-C0E2B79C99B2}"/>
              </a:ext>
            </a:extLst>
          </p:cNvPr>
          <p:cNvSpPr>
            <a:spLocks noGrp="1"/>
          </p:cNvSpPr>
          <p:nvPr/>
        </p:nvSpPr>
        <p:spPr>
          <a:xfrm>
            <a:off x="4114800" y="2152650"/>
            <a:ext cx="2400300" cy="9525"/>
          </a:xfrm>
          <a:prstGeom prst="rect">
            <a:avLst/>
          </a:prstGeom>
          <a:solidFill>
            <a:schemeClr val="bg2"/>
          </a:solidFill>
          <a:ln w="0">
            <a:solidFill>
              <a:schemeClr val="bg2"/>
            </a:solidFill>
            <a:prstDash val="solid"/>
          </a:ln>
        </p:spPr>
      </p:sp>
      <p:sp>
        <p:nvSpPr>
          <p:cNvPr id="460" name="矩形 459">
            <a:extLst>
              <a:ext uri="{FF2B5EF4-FFF2-40B4-BE49-F238E27FC236}">
                <a16:creationId xmlns:a16="http://schemas.microsoft.com/office/drawing/2014/main" id="{B88757F7-A4ED-3BCC-090E-6C11348BC577}"/>
              </a:ext>
            </a:extLst>
          </p:cNvPr>
          <p:cNvSpPr>
            <a:spLocks noGrp="1"/>
          </p:cNvSpPr>
          <p:nvPr/>
        </p:nvSpPr>
        <p:spPr>
          <a:xfrm>
            <a:off x="4114800" y="2839362"/>
            <a:ext cx="2400300" cy="9525"/>
          </a:xfrm>
          <a:prstGeom prst="rect">
            <a:avLst/>
          </a:prstGeom>
          <a:solidFill>
            <a:schemeClr val="bg2"/>
          </a:solidFill>
          <a:ln w="0">
            <a:solidFill>
              <a:schemeClr val="bg2"/>
            </a:solidFill>
            <a:prstDash val="solid"/>
          </a:ln>
        </p:spPr>
      </p:sp>
      <p:sp>
        <p:nvSpPr>
          <p:cNvPr id="462" name="矩形 461">
            <a:extLst>
              <a:ext uri="{FF2B5EF4-FFF2-40B4-BE49-F238E27FC236}">
                <a16:creationId xmlns:a16="http://schemas.microsoft.com/office/drawing/2014/main" id="{88DC93C1-6BB3-5D98-559D-A95DABFD8F94}"/>
              </a:ext>
            </a:extLst>
          </p:cNvPr>
          <p:cNvSpPr>
            <a:spLocks noGrp="1"/>
          </p:cNvSpPr>
          <p:nvPr/>
        </p:nvSpPr>
        <p:spPr>
          <a:xfrm>
            <a:off x="4114800" y="3579876"/>
            <a:ext cx="2400300" cy="9525"/>
          </a:xfrm>
          <a:prstGeom prst="rect">
            <a:avLst/>
          </a:prstGeom>
          <a:solidFill>
            <a:schemeClr val="bg2"/>
          </a:solidFill>
          <a:ln w="0">
            <a:solidFill>
              <a:schemeClr val="bg2"/>
            </a:solidFill>
            <a:prstDash val="solid"/>
          </a:ln>
        </p:spPr>
      </p:sp>
      <p:sp>
        <p:nvSpPr>
          <p:cNvPr id="464" name="矩形 463">
            <a:extLst>
              <a:ext uri="{FF2B5EF4-FFF2-40B4-BE49-F238E27FC236}">
                <a16:creationId xmlns:a16="http://schemas.microsoft.com/office/drawing/2014/main" id="{5E9440EF-72FA-970E-C776-3833E238868F}"/>
              </a:ext>
            </a:extLst>
          </p:cNvPr>
          <p:cNvSpPr>
            <a:spLocks noGrp="1"/>
          </p:cNvSpPr>
          <p:nvPr/>
        </p:nvSpPr>
        <p:spPr>
          <a:xfrm>
            <a:off x="4085844" y="4267200"/>
            <a:ext cx="2400300" cy="9525"/>
          </a:xfrm>
          <a:prstGeom prst="rect">
            <a:avLst/>
          </a:prstGeom>
          <a:solidFill>
            <a:schemeClr val="bg2"/>
          </a:solidFill>
          <a:ln w="0">
            <a:solidFill>
              <a:schemeClr val="bg2"/>
            </a:solidFill>
            <a:prstDash val="solid"/>
          </a:ln>
        </p:spPr>
      </p:sp>
      <p:sp>
        <p:nvSpPr>
          <p:cNvPr id="7" name="recommended_temporal_trace">
            <a:extLst>
              <a:ext uri="{FF2B5EF4-FFF2-40B4-BE49-F238E27FC236}">
                <a16:creationId xmlns:a16="http://schemas.microsoft.com/office/drawing/2014/main" id="{B4CB9D89-AA4D-D023-2B63-1BF043F491ED}"/>
              </a:ext>
            </a:extLst>
          </p:cNvPr>
          <p:cNvSpPr/>
          <p:nvPr/>
        </p:nvSpPr>
        <p:spPr>
          <a:xfrm>
            <a:off x="2266315" y="2736469"/>
            <a:ext cx="1381125" cy="216085"/>
          </a:xfrm>
          <a:custGeom>
            <a:avLst/>
            <a:gdLst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0096500" h="624917">
                <a:moveTo>
                  <a:pt x="0" y="373431"/>
                </a:moveTo>
                <a:cubicBezTo>
                  <a:pt x="127000" y="360731"/>
                  <a:pt x="511175" y="289294"/>
                  <a:pt x="762000" y="297231"/>
                </a:cubicBezTo>
                <a:cubicBezTo>
                  <a:pt x="1012825" y="305168"/>
                  <a:pt x="1250950" y="470269"/>
                  <a:pt x="1504950" y="421056"/>
                </a:cubicBezTo>
                <a:cubicBezTo>
                  <a:pt x="1758950" y="371843"/>
                  <a:pt x="2035175" y="-31381"/>
                  <a:pt x="2286000" y="1956"/>
                </a:cubicBezTo>
                <a:cubicBezTo>
                  <a:pt x="2536825" y="35293"/>
                  <a:pt x="2765425" y="576631"/>
                  <a:pt x="3009900" y="621081"/>
                </a:cubicBezTo>
                <a:cubicBezTo>
                  <a:pt x="3254375" y="665531"/>
                  <a:pt x="3503613" y="309931"/>
                  <a:pt x="3752850" y="268656"/>
                </a:cubicBezTo>
                <a:cubicBezTo>
                  <a:pt x="4002087" y="227381"/>
                  <a:pt x="4241800" y="406768"/>
                  <a:pt x="4505325" y="373431"/>
                </a:cubicBezTo>
                <a:cubicBezTo>
                  <a:pt x="4768850" y="340094"/>
                  <a:pt x="5065713" y="41644"/>
                  <a:pt x="5334000" y="68631"/>
                </a:cubicBezTo>
                <a:cubicBezTo>
                  <a:pt x="5602287" y="95618"/>
                  <a:pt x="5848350" y="508368"/>
                  <a:pt x="6115050" y="535356"/>
                </a:cubicBezTo>
                <a:cubicBezTo>
                  <a:pt x="6381750" y="562344"/>
                  <a:pt x="6661150" y="255956"/>
                  <a:pt x="6934200" y="230556"/>
                </a:cubicBezTo>
                <a:cubicBezTo>
                  <a:pt x="7207250" y="205156"/>
                  <a:pt x="7477125" y="398831"/>
                  <a:pt x="7753350" y="382956"/>
                </a:cubicBezTo>
                <a:cubicBezTo>
                  <a:pt x="8029575" y="367081"/>
                  <a:pt x="8312150" y="122606"/>
                  <a:pt x="8591550" y="135306"/>
                </a:cubicBezTo>
                <a:cubicBezTo>
                  <a:pt x="8870950" y="148006"/>
                  <a:pt x="9178925" y="430581"/>
                  <a:pt x="9429750" y="459156"/>
                </a:cubicBezTo>
                <a:cubicBezTo>
                  <a:pt x="9680575" y="487731"/>
                  <a:pt x="9957594" y="338506"/>
                  <a:pt x="10096500" y="306756"/>
                </a:cubicBezTo>
              </a:path>
            </a:pathLst>
          </a:custGeom>
          <a:ln w="33020" cap="flat" cmpd="sng" algn="ctr">
            <a:solidFill>
              <a:srgbClr val="4F7FA8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ommended_temporal_trace">
            <a:extLst>
              <a:ext uri="{FF2B5EF4-FFF2-40B4-BE49-F238E27FC236}">
                <a16:creationId xmlns:a16="http://schemas.microsoft.com/office/drawing/2014/main" id="{DAB7DB82-011D-09A6-4BAD-039B0BED9060}"/>
              </a:ext>
            </a:extLst>
          </p:cNvPr>
          <p:cNvSpPr/>
          <p:nvPr/>
        </p:nvSpPr>
        <p:spPr>
          <a:xfrm>
            <a:off x="4181646" y="2436278"/>
            <a:ext cx="308993" cy="160264"/>
          </a:xfrm>
          <a:custGeom>
            <a:avLst/>
            <a:gdLst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9459811"/>
              <a:gd name="csY0" fmla="*/ 373431 h 624917"/>
              <a:gd name="csX1" fmla="*/ 762000 w 9459811"/>
              <a:gd name="csY1" fmla="*/ 297231 h 624917"/>
              <a:gd name="csX2" fmla="*/ 1504950 w 9459811"/>
              <a:gd name="csY2" fmla="*/ 421056 h 624917"/>
              <a:gd name="csX3" fmla="*/ 2286000 w 9459811"/>
              <a:gd name="csY3" fmla="*/ 1956 h 624917"/>
              <a:gd name="csX4" fmla="*/ 3009900 w 9459811"/>
              <a:gd name="csY4" fmla="*/ 621081 h 624917"/>
              <a:gd name="csX5" fmla="*/ 3752850 w 9459811"/>
              <a:gd name="csY5" fmla="*/ 268656 h 624917"/>
              <a:gd name="csX6" fmla="*/ 4505325 w 9459811"/>
              <a:gd name="csY6" fmla="*/ 373431 h 624917"/>
              <a:gd name="csX7" fmla="*/ 5334000 w 9459811"/>
              <a:gd name="csY7" fmla="*/ 68631 h 624917"/>
              <a:gd name="csX8" fmla="*/ 6115050 w 9459811"/>
              <a:gd name="csY8" fmla="*/ 535356 h 624917"/>
              <a:gd name="csX9" fmla="*/ 6934200 w 9459811"/>
              <a:gd name="csY9" fmla="*/ 230556 h 624917"/>
              <a:gd name="csX10" fmla="*/ 7753350 w 9459811"/>
              <a:gd name="csY10" fmla="*/ 382956 h 624917"/>
              <a:gd name="csX11" fmla="*/ 8591550 w 9459811"/>
              <a:gd name="csY11" fmla="*/ 135306 h 624917"/>
              <a:gd name="csX12" fmla="*/ 9429750 w 9459811"/>
              <a:gd name="csY12" fmla="*/ 459156 h 624917"/>
              <a:gd name="csX13" fmla="*/ 8413750 w 9459811"/>
              <a:gd name="csY13" fmla="*/ 138386 h 624917"/>
              <a:gd name="csX0" fmla="*/ 0 w 9470252"/>
              <a:gd name="csY0" fmla="*/ 373431 h 624917"/>
              <a:gd name="csX1" fmla="*/ 762000 w 9470252"/>
              <a:gd name="csY1" fmla="*/ 297231 h 624917"/>
              <a:gd name="csX2" fmla="*/ 1504950 w 9470252"/>
              <a:gd name="csY2" fmla="*/ 421056 h 624917"/>
              <a:gd name="csX3" fmla="*/ 2286000 w 9470252"/>
              <a:gd name="csY3" fmla="*/ 1956 h 624917"/>
              <a:gd name="csX4" fmla="*/ 3009900 w 9470252"/>
              <a:gd name="csY4" fmla="*/ 621081 h 624917"/>
              <a:gd name="csX5" fmla="*/ 3752850 w 9470252"/>
              <a:gd name="csY5" fmla="*/ 268656 h 624917"/>
              <a:gd name="csX6" fmla="*/ 4505325 w 9470252"/>
              <a:gd name="csY6" fmla="*/ 373431 h 624917"/>
              <a:gd name="csX7" fmla="*/ 5334000 w 9470252"/>
              <a:gd name="csY7" fmla="*/ 68631 h 624917"/>
              <a:gd name="csX8" fmla="*/ 6115050 w 9470252"/>
              <a:gd name="csY8" fmla="*/ 535356 h 624917"/>
              <a:gd name="csX9" fmla="*/ 6934200 w 9470252"/>
              <a:gd name="csY9" fmla="*/ 230556 h 624917"/>
              <a:gd name="csX10" fmla="*/ 7753350 w 9470252"/>
              <a:gd name="csY10" fmla="*/ 382956 h 624917"/>
              <a:gd name="csX11" fmla="*/ 8591550 w 9470252"/>
              <a:gd name="csY11" fmla="*/ 135306 h 624917"/>
              <a:gd name="csX12" fmla="*/ 9429750 w 9470252"/>
              <a:gd name="csY12" fmla="*/ 459156 h 624917"/>
              <a:gd name="csX13" fmla="*/ 8817610 w 9470252"/>
              <a:gd name="csY13" fmla="*/ 118578 h 624917"/>
              <a:gd name="csX0" fmla="*/ 0 w 9464237"/>
              <a:gd name="csY0" fmla="*/ 373431 h 624917"/>
              <a:gd name="csX1" fmla="*/ 762000 w 9464237"/>
              <a:gd name="csY1" fmla="*/ 297231 h 624917"/>
              <a:gd name="csX2" fmla="*/ 1504950 w 9464237"/>
              <a:gd name="csY2" fmla="*/ 421056 h 624917"/>
              <a:gd name="csX3" fmla="*/ 2286000 w 9464237"/>
              <a:gd name="csY3" fmla="*/ 1956 h 624917"/>
              <a:gd name="csX4" fmla="*/ 3009900 w 9464237"/>
              <a:gd name="csY4" fmla="*/ 621081 h 624917"/>
              <a:gd name="csX5" fmla="*/ 3752850 w 9464237"/>
              <a:gd name="csY5" fmla="*/ 268656 h 624917"/>
              <a:gd name="csX6" fmla="*/ 4505325 w 9464237"/>
              <a:gd name="csY6" fmla="*/ 373431 h 624917"/>
              <a:gd name="csX7" fmla="*/ 5334000 w 9464237"/>
              <a:gd name="csY7" fmla="*/ 68631 h 624917"/>
              <a:gd name="csX8" fmla="*/ 6115050 w 9464237"/>
              <a:gd name="csY8" fmla="*/ 535356 h 624917"/>
              <a:gd name="csX9" fmla="*/ 6934200 w 9464237"/>
              <a:gd name="csY9" fmla="*/ 230556 h 624917"/>
              <a:gd name="csX10" fmla="*/ 7753350 w 9464237"/>
              <a:gd name="csY10" fmla="*/ 382956 h 624917"/>
              <a:gd name="csX11" fmla="*/ 8591550 w 9464237"/>
              <a:gd name="csY11" fmla="*/ 135306 h 624917"/>
              <a:gd name="csX12" fmla="*/ 9429750 w 9464237"/>
              <a:gd name="csY12" fmla="*/ 459156 h 624917"/>
              <a:gd name="csX13" fmla="*/ 8615680 w 9464237"/>
              <a:gd name="csY13" fmla="*/ 148290 h 624917"/>
              <a:gd name="csX0" fmla="*/ 651714 w 8702441"/>
              <a:gd name="csY0" fmla="*/ 413049 h 624917"/>
              <a:gd name="csX1" fmla="*/ 204 w 8702441"/>
              <a:gd name="csY1" fmla="*/ 297231 h 624917"/>
              <a:gd name="csX2" fmla="*/ 743154 w 8702441"/>
              <a:gd name="csY2" fmla="*/ 421056 h 624917"/>
              <a:gd name="csX3" fmla="*/ 1524204 w 8702441"/>
              <a:gd name="csY3" fmla="*/ 1956 h 624917"/>
              <a:gd name="csX4" fmla="*/ 2248104 w 8702441"/>
              <a:gd name="csY4" fmla="*/ 621081 h 624917"/>
              <a:gd name="csX5" fmla="*/ 2991054 w 8702441"/>
              <a:gd name="csY5" fmla="*/ 268656 h 624917"/>
              <a:gd name="csX6" fmla="*/ 3743529 w 8702441"/>
              <a:gd name="csY6" fmla="*/ 373431 h 624917"/>
              <a:gd name="csX7" fmla="*/ 4572204 w 8702441"/>
              <a:gd name="csY7" fmla="*/ 68631 h 624917"/>
              <a:gd name="csX8" fmla="*/ 5353254 w 8702441"/>
              <a:gd name="csY8" fmla="*/ 535356 h 624917"/>
              <a:gd name="csX9" fmla="*/ 6172404 w 8702441"/>
              <a:gd name="csY9" fmla="*/ 230556 h 624917"/>
              <a:gd name="csX10" fmla="*/ 6991554 w 8702441"/>
              <a:gd name="csY10" fmla="*/ 382956 h 624917"/>
              <a:gd name="csX11" fmla="*/ 7829754 w 8702441"/>
              <a:gd name="csY11" fmla="*/ 135306 h 624917"/>
              <a:gd name="csX12" fmla="*/ 8667954 w 8702441"/>
              <a:gd name="csY12" fmla="*/ 459156 h 624917"/>
              <a:gd name="csX13" fmla="*/ 7853884 w 8702441"/>
              <a:gd name="csY13" fmla="*/ 148290 h 624917"/>
              <a:gd name="csX0" fmla="*/ 651714 w 8702441"/>
              <a:gd name="csY0" fmla="*/ 413049 h 624917"/>
              <a:gd name="csX1" fmla="*/ 204 w 8702441"/>
              <a:gd name="csY1" fmla="*/ 297231 h 624917"/>
              <a:gd name="csX2" fmla="*/ 743154 w 8702441"/>
              <a:gd name="csY2" fmla="*/ 421056 h 624917"/>
              <a:gd name="csX3" fmla="*/ 1524204 w 8702441"/>
              <a:gd name="csY3" fmla="*/ 1956 h 624917"/>
              <a:gd name="csX4" fmla="*/ 2248104 w 8702441"/>
              <a:gd name="csY4" fmla="*/ 621081 h 624917"/>
              <a:gd name="csX5" fmla="*/ 2991054 w 8702441"/>
              <a:gd name="csY5" fmla="*/ 268656 h 624917"/>
              <a:gd name="csX6" fmla="*/ 3743529 w 8702441"/>
              <a:gd name="csY6" fmla="*/ 373431 h 624917"/>
              <a:gd name="csX7" fmla="*/ 4572204 w 8702441"/>
              <a:gd name="csY7" fmla="*/ 68631 h 624917"/>
              <a:gd name="csX8" fmla="*/ 5353254 w 8702441"/>
              <a:gd name="csY8" fmla="*/ 535356 h 624917"/>
              <a:gd name="csX9" fmla="*/ 6172404 w 8702441"/>
              <a:gd name="csY9" fmla="*/ 230556 h 624917"/>
              <a:gd name="csX10" fmla="*/ 6890583 w 8702441"/>
              <a:gd name="csY10" fmla="*/ 122972 h 624917"/>
              <a:gd name="csX11" fmla="*/ 7829754 w 8702441"/>
              <a:gd name="csY11" fmla="*/ 135306 h 624917"/>
              <a:gd name="csX12" fmla="*/ 8667954 w 8702441"/>
              <a:gd name="csY12" fmla="*/ 459156 h 624917"/>
              <a:gd name="csX13" fmla="*/ 7853884 w 8702441"/>
              <a:gd name="csY13" fmla="*/ 148290 h 624917"/>
              <a:gd name="csX0" fmla="*/ 651714 w 8702441"/>
              <a:gd name="csY0" fmla="*/ 413049 h 624917"/>
              <a:gd name="csX1" fmla="*/ 204 w 8702441"/>
              <a:gd name="csY1" fmla="*/ 297231 h 624917"/>
              <a:gd name="csX2" fmla="*/ 743154 w 8702441"/>
              <a:gd name="csY2" fmla="*/ 421056 h 624917"/>
              <a:gd name="csX3" fmla="*/ 1524204 w 8702441"/>
              <a:gd name="csY3" fmla="*/ 1956 h 624917"/>
              <a:gd name="csX4" fmla="*/ 2248104 w 8702441"/>
              <a:gd name="csY4" fmla="*/ 621081 h 624917"/>
              <a:gd name="csX5" fmla="*/ 2991054 w 8702441"/>
              <a:gd name="csY5" fmla="*/ 268656 h 624917"/>
              <a:gd name="csX6" fmla="*/ 3743529 w 8702441"/>
              <a:gd name="csY6" fmla="*/ 373431 h 624917"/>
              <a:gd name="csX7" fmla="*/ 4572204 w 8702441"/>
              <a:gd name="csY7" fmla="*/ 68631 h 624917"/>
              <a:gd name="csX8" fmla="*/ 5353254 w 8702441"/>
              <a:gd name="csY8" fmla="*/ 535356 h 624917"/>
              <a:gd name="csX9" fmla="*/ 6172404 w 8702441"/>
              <a:gd name="csY9" fmla="*/ 230556 h 624917"/>
              <a:gd name="csX10" fmla="*/ 6789618 w 8702441"/>
              <a:gd name="csY10" fmla="*/ 63547 h 624917"/>
              <a:gd name="csX11" fmla="*/ 7829754 w 8702441"/>
              <a:gd name="csY11" fmla="*/ 135306 h 624917"/>
              <a:gd name="csX12" fmla="*/ 8667954 w 8702441"/>
              <a:gd name="csY12" fmla="*/ 459156 h 624917"/>
              <a:gd name="csX13" fmla="*/ 7853884 w 8702441"/>
              <a:gd name="csY13" fmla="*/ 148290 h 624917"/>
              <a:gd name="csX0" fmla="*/ 651714 w 8695366"/>
              <a:gd name="csY0" fmla="*/ 413049 h 624917"/>
              <a:gd name="csX1" fmla="*/ 204 w 8695366"/>
              <a:gd name="csY1" fmla="*/ 297231 h 624917"/>
              <a:gd name="csX2" fmla="*/ 743154 w 8695366"/>
              <a:gd name="csY2" fmla="*/ 421056 h 624917"/>
              <a:gd name="csX3" fmla="*/ 1524204 w 8695366"/>
              <a:gd name="csY3" fmla="*/ 1956 h 624917"/>
              <a:gd name="csX4" fmla="*/ 2248104 w 8695366"/>
              <a:gd name="csY4" fmla="*/ 621081 h 624917"/>
              <a:gd name="csX5" fmla="*/ 2991054 w 8695366"/>
              <a:gd name="csY5" fmla="*/ 268656 h 624917"/>
              <a:gd name="csX6" fmla="*/ 3743529 w 8695366"/>
              <a:gd name="csY6" fmla="*/ 373431 h 624917"/>
              <a:gd name="csX7" fmla="*/ 4572204 w 8695366"/>
              <a:gd name="csY7" fmla="*/ 68631 h 624917"/>
              <a:gd name="csX8" fmla="*/ 5353254 w 8695366"/>
              <a:gd name="csY8" fmla="*/ 535356 h 624917"/>
              <a:gd name="csX9" fmla="*/ 6172404 w 8695366"/>
              <a:gd name="csY9" fmla="*/ 230556 h 624917"/>
              <a:gd name="csX10" fmla="*/ 6789618 w 8695366"/>
              <a:gd name="csY10" fmla="*/ 63547 h 624917"/>
              <a:gd name="csX11" fmla="*/ 7829754 w 8695366"/>
              <a:gd name="csY11" fmla="*/ 135306 h 624917"/>
              <a:gd name="csX12" fmla="*/ 8667954 w 8695366"/>
              <a:gd name="csY12" fmla="*/ 459156 h 624917"/>
              <a:gd name="csX13" fmla="*/ 7500507 w 8695366"/>
              <a:gd name="csY13" fmla="*/ 207716 h 624917"/>
              <a:gd name="csX0" fmla="*/ 651714 w 8695366"/>
              <a:gd name="csY0" fmla="*/ 413049 h 624917"/>
              <a:gd name="csX1" fmla="*/ 204 w 8695366"/>
              <a:gd name="csY1" fmla="*/ 297231 h 624917"/>
              <a:gd name="csX2" fmla="*/ 743154 w 8695366"/>
              <a:gd name="csY2" fmla="*/ 421056 h 624917"/>
              <a:gd name="csX3" fmla="*/ 1524204 w 8695366"/>
              <a:gd name="csY3" fmla="*/ 1956 h 624917"/>
              <a:gd name="csX4" fmla="*/ 2248104 w 8695366"/>
              <a:gd name="csY4" fmla="*/ 621081 h 624917"/>
              <a:gd name="csX5" fmla="*/ 2991054 w 8695366"/>
              <a:gd name="csY5" fmla="*/ 268656 h 624917"/>
              <a:gd name="csX6" fmla="*/ 3743529 w 8695366"/>
              <a:gd name="csY6" fmla="*/ 373431 h 624917"/>
              <a:gd name="csX7" fmla="*/ 4572204 w 8695366"/>
              <a:gd name="csY7" fmla="*/ 68631 h 624917"/>
              <a:gd name="csX8" fmla="*/ 5353254 w 8695366"/>
              <a:gd name="csY8" fmla="*/ 535356 h 624917"/>
              <a:gd name="csX9" fmla="*/ 6172404 w 8695366"/>
              <a:gd name="csY9" fmla="*/ 230556 h 624917"/>
              <a:gd name="csX10" fmla="*/ 6789618 w 8695366"/>
              <a:gd name="csY10" fmla="*/ 63547 h 624917"/>
              <a:gd name="csX11" fmla="*/ 7375401 w 8695366"/>
              <a:gd name="csY11" fmla="*/ 224444 h 624917"/>
              <a:gd name="csX12" fmla="*/ 8667954 w 8695366"/>
              <a:gd name="csY12" fmla="*/ 459156 h 624917"/>
              <a:gd name="csX13" fmla="*/ 7500507 w 8695366"/>
              <a:gd name="csY13" fmla="*/ 207716 h 624917"/>
              <a:gd name="csX0" fmla="*/ 651714 w 8689642"/>
              <a:gd name="csY0" fmla="*/ 413049 h 624917"/>
              <a:gd name="csX1" fmla="*/ 204 w 8689642"/>
              <a:gd name="csY1" fmla="*/ 297231 h 624917"/>
              <a:gd name="csX2" fmla="*/ 743154 w 8689642"/>
              <a:gd name="csY2" fmla="*/ 421056 h 624917"/>
              <a:gd name="csX3" fmla="*/ 1524204 w 8689642"/>
              <a:gd name="csY3" fmla="*/ 1956 h 624917"/>
              <a:gd name="csX4" fmla="*/ 2248104 w 8689642"/>
              <a:gd name="csY4" fmla="*/ 621081 h 624917"/>
              <a:gd name="csX5" fmla="*/ 2991054 w 8689642"/>
              <a:gd name="csY5" fmla="*/ 268656 h 624917"/>
              <a:gd name="csX6" fmla="*/ 3743529 w 8689642"/>
              <a:gd name="csY6" fmla="*/ 373431 h 624917"/>
              <a:gd name="csX7" fmla="*/ 4572204 w 8689642"/>
              <a:gd name="csY7" fmla="*/ 68631 h 624917"/>
              <a:gd name="csX8" fmla="*/ 5353254 w 8689642"/>
              <a:gd name="csY8" fmla="*/ 535356 h 624917"/>
              <a:gd name="csX9" fmla="*/ 6172404 w 8689642"/>
              <a:gd name="csY9" fmla="*/ 230556 h 624917"/>
              <a:gd name="csX10" fmla="*/ 6789618 w 8689642"/>
              <a:gd name="csY10" fmla="*/ 63547 h 624917"/>
              <a:gd name="csX11" fmla="*/ 7375401 w 8689642"/>
              <a:gd name="csY11" fmla="*/ 224444 h 624917"/>
              <a:gd name="csX12" fmla="*/ 8667954 w 8689642"/>
              <a:gd name="csY12" fmla="*/ 459156 h 624917"/>
              <a:gd name="csX13" fmla="*/ 7046165 w 8689642"/>
              <a:gd name="csY13" fmla="*/ 140862 h 624917"/>
              <a:gd name="csX0" fmla="*/ 651714 w 8191362"/>
              <a:gd name="csY0" fmla="*/ 413049 h 624917"/>
              <a:gd name="csX1" fmla="*/ 204 w 8191362"/>
              <a:gd name="csY1" fmla="*/ 297231 h 624917"/>
              <a:gd name="csX2" fmla="*/ 743154 w 8191362"/>
              <a:gd name="csY2" fmla="*/ 421056 h 624917"/>
              <a:gd name="csX3" fmla="*/ 1524204 w 8191362"/>
              <a:gd name="csY3" fmla="*/ 1956 h 624917"/>
              <a:gd name="csX4" fmla="*/ 2248104 w 8191362"/>
              <a:gd name="csY4" fmla="*/ 621081 h 624917"/>
              <a:gd name="csX5" fmla="*/ 2991054 w 8191362"/>
              <a:gd name="csY5" fmla="*/ 268656 h 624917"/>
              <a:gd name="csX6" fmla="*/ 3743529 w 8191362"/>
              <a:gd name="csY6" fmla="*/ 373431 h 624917"/>
              <a:gd name="csX7" fmla="*/ 4572204 w 8191362"/>
              <a:gd name="csY7" fmla="*/ 68631 h 624917"/>
              <a:gd name="csX8" fmla="*/ 5353254 w 8191362"/>
              <a:gd name="csY8" fmla="*/ 535356 h 624917"/>
              <a:gd name="csX9" fmla="*/ 6172404 w 8191362"/>
              <a:gd name="csY9" fmla="*/ 230556 h 624917"/>
              <a:gd name="csX10" fmla="*/ 6789618 w 8191362"/>
              <a:gd name="csY10" fmla="*/ 63547 h 624917"/>
              <a:gd name="csX11" fmla="*/ 7375401 w 8191362"/>
              <a:gd name="csY11" fmla="*/ 224444 h 624917"/>
              <a:gd name="csX12" fmla="*/ 8163140 w 8191362"/>
              <a:gd name="csY12" fmla="*/ 488871 h 624917"/>
              <a:gd name="csX13" fmla="*/ 7046165 w 8191362"/>
              <a:gd name="csY13" fmla="*/ 140862 h 624917"/>
              <a:gd name="csX0" fmla="*/ 651714 w 8196397"/>
              <a:gd name="csY0" fmla="*/ 413049 h 624917"/>
              <a:gd name="csX1" fmla="*/ 204 w 8196397"/>
              <a:gd name="csY1" fmla="*/ 297231 h 624917"/>
              <a:gd name="csX2" fmla="*/ 743154 w 8196397"/>
              <a:gd name="csY2" fmla="*/ 421056 h 624917"/>
              <a:gd name="csX3" fmla="*/ 1524204 w 8196397"/>
              <a:gd name="csY3" fmla="*/ 1956 h 624917"/>
              <a:gd name="csX4" fmla="*/ 2248104 w 8196397"/>
              <a:gd name="csY4" fmla="*/ 621081 h 624917"/>
              <a:gd name="csX5" fmla="*/ 2991054 w 8196397"/>
              <a:gd name="csY5" fmla="*/ 268656 h 624917"/>
              <a:gd name="csX6" fmla="*/ 3743529 w 8196397"/>
              <a:gd name="csY6" fmla="*/ 373431 h 624917"/>
              <a:gd name="csX7" fmla="*/ 4572204 w 8196397"/>
              <a:gd name="csY7" fmla="*/ 68631 h 624917"/>
              <a:gd name="csX8" fmla="*/ 5353254 w 8196397"/>
              <a:gd name="csY8" fmla="*/ 535356 h 624917"/>
              <a:gd name="csX9" fmla="*/ 6172404 w 8196397"/>
              <a:gd name="csY9" fmla="*/ 230556 h 624917"/>
              <a:gd name="csX10" fmla="*/ 6789618 w 8196397"/>
              <a:gd name="csY10" fmla="*/ 63547 h 624917"/>
              <a:gd name="csX11" fmla="*/ 7375401 w 8196397"/>
              <a:gd name="csY11" fmla="*/ 224444 h 624917"/>
              <a:gd name="csX12" fmla="*/ 8163140 w 8196397"/>
              <a:gd name="csY12" fmla="*/ 488871 h 624917"/>
              <a:gd name="csX13" fmla="*/ 7298577 w 8196397"/>
              <a:gd name="csY13" fmla="*/ 126006 h 624917"/>
              <a:gd name="csX0" fmla="*/ 651714 w 8188315"/>
              <a:gd name="csY0" fmla="*/ 413049 h 624917"/>
              <a:gd name="csX1" fmla="*/ 204 w 8188315"/>
              <a:gd name="csY1" fmla="*/ 297231 h 624917"/>
              <a:gd name="csX2" fmla="*/ 743154 w 8188315"/>
              <a:gd name="csY2" fmla="*/ 421056 h 624917"/>
              <a:gd name="csX3" fmla="*/ 1524204 w 8188315"/>
              <a:gd name="csY3" fmla="*/ 1956 h 624917"/>
              <a:gd name="csX4" fmla="*/ 2248104 w 8188315"/>
              <a:gd name="csY4" fmla="*/ 621081 h 624917"/>
              <a:gd name="csX5" fmla="*/ 2991054 w 8188315"/>
              <a:gd name="csY5" fmla="*/ 268656 h 624917"/>
              <a:gd name="csX6" fmla="*/ 3743529 w 8188315"/>
              <a:gd name="csY6" fmla="*/ 373431 h 624917"/>
              <a:gd name="csX7" fmla="*/ 4572204 w 8188315"/>
              <a:gd name="csY7" fmla="*/ 68631 h 624917"/>
              <a:gd name="csX8" fmla="*/ 5353254 w 8188315"/>
              <a:gd name="csY8" fmla="*/ 535356 h 624917"/>
              <a:gd name="csX9" fmla="*/ 6172404 w 8188315"/>
              <a:gd name="csY9" fmla="*/ 230556 h 624917"/>
              <a:gd name="csX10" fmla="*/ 6789618 w 8188315"/>
              <a:gd name="csY10" fmla="*/ 63547 h 624917"/>
              <a:gd name="csX11" fmla="*/ 7375401 w 8188315"/>
              <a:gd name="csY11" fmla="*/ 224444 h 624917"/>
              <a:gd name="csX12" fmla="*/ 8163140 w 8188315"/>
              <a:gd name="csY12" fmla="*/ 488871 h 624917"/>
              <a:gd name="csX13" fmla="*/ 6844235 w 8188315"/>
              <a:gd name="csY13" fmla="*/ 96293 h 6249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8188315" h="624917">
                <a:moveTo>
                  <a:pt x="651714" y="413049"/>
                </a:moveTo>
                <a:cubicBezTo>
                  <a:pt x="778714" y="400349"/>
                  <a:pt x="-15036" y="295897"/>
                  <a:pt x="204" y="297231"/>
                </a:cubicBezTo>
                <a:cubicBezTo>
                  <a:pt x="15444" y="298565"/>
                  <a:pt x="489154" y="470269"/>
                  <a:pt x="743154" y="421056"/>
                </a:cubicBezTo>
                <a:cubicBezTo>
                  <a:pt x="997154" y="371843"/>
                  <a:pt x="1273379" y="-31381"/>
                  <a:pt x="1524204" y="1956"/>
                </a:cubicBezTo>
                <a:cubicBezTo>
                  <a:pt x="1775029" y="35293"/>
                  <a:pt x="2003629" y="576631"/>
                  <a:pt x="2248104" y="621081"/>
                </a:cubicBezTo>
                <a:cubicBezTo>
                  <a:pt x="2492579" y="665531"/>
                  <a:pt x="2741817" y="309931"/>
                  <a:pt x="2991054" y="268656"/>
                </a:cubicBezTo>
                <a:cubicBezTo>
                  <a:pt x="3240291" y="227381"/>
                  <a:pt x="3480004" y="406768"/>
                  <a:pt x="3743529" y="373431"/>
                </a:cubicBezTo>
                <a:cubicBezTo>
                  <a:pt x="4007054" y="340094"/>
                  <a:pt x="4303917" y="41644"/>
                  <a:pt x="4572204" y="68631"/>
                </a:cubicBezTo>
                <a:cubicBezTo>
                  <a:pt x="4840491" y="95618"/>
                  <a:pt x="5086554" y="508368"/>
                  <a:pt x="5353254" y="535356"/>
                </a:cubicBezTo>
                <a:cubicBezTo>
                  <a:pt x="5619954" y="562344"/>
                  <a:pt x="5933010" y="309191"/>
                  <a:pt x="6172404" y="230556"/>
                </a:cubicBezTo>
                <a:cubicBezTo>
                  <a:pt x="6411798" y="151921"/>
                  <a:pt x="6589119" y="64566"/>
                  <a:pt x="6789618" y="63547"/>
                </a:cubicBezTo>
                <a:cubicBezTo>
                  <a:pt x="6990117" y="62528"/>
                  <a:pt x="7146481" y="153557"/>
                  <a:pt x="7375401" y="224444"/>
                </a:cubicBezTo>
                <a:cubicBezTo>
                  <a:pt x="7604321" y="295331"/>
                  <a:pt x="7912315" y="460296"/>
                  <a:pt x="8163140" y="488871"/>
                </a:cubicBezTo>
                <a:cubicBezTo>
                  <a:pt x="8413965" y="517446"/>
                  <a:pt x="6705329" y="128043"/>
                  <a:pt x="6844235" y="96293"/>
                </a:cubicBezTo>
              </a:path>
            </a:pathLst>
          </a:custGeom>
          <a:ln w="33020" cap="flat" cmpd="sng" algn="ctr">
            <a:solidFill>
              <a:srgbClr val="4F7FA8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ommended_temporal_trace">
            <a:extLst>
              <a:ext uri="{FF2B5EF4-FFF2-40B4-BE49-F238E27FC236}">
                <a16:creationId xmlns:a16="http://schemas.microsoft.com/office/drawing/2014/main" id="{9809520A-306E-9CA2-4388-354CBE496D75}"/>
              </a:ext>
            </a:extLst>
          </p:cNvPr>
          <p:cNvSpPr/>
          <p:nvPr/>
        </p:nvSpPr>
        <p:spPr>
          <a:xfrm>
            <a:off x="10483215" y="7038975"/>
            <a:ext cx="744855" cy="319209"/>
          </a:xfrm>
          <a:custGeom>
            <a:avLst/>
            <a:gdLst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0096500" h="624917">
                <a:moveTo>
                  <a:pt x="0" y="373431"/>
                </a:moveTo>
                <a:cubicBezTo>
                  <a:pt x="127000" y="360731"/>
                  <a:pt x="511175" y="289294"/>
                  <a:pt x="762000" y="297231"/>
                </a:cubicBezTo>
                <a:cubicBezTo>
                  <a:pt x="1012825" y="305168"/>
                  <a:pt x="1250950" y="470269"/>
                  <a:pt x="1504950" y="421056"/>
                </a:cubicBezTo>
                <a:cubicBezTo>
                  <a:pt x="1758950" y="371843"/>
                  <a:pt x="2035175" y="-31381"/>
                  <a:pt x="2286000" y="1956"/>
                </a:cubicBezTo>
                <a:cubicBezTo>
                  <a:pt x="2536825" y="35293"/>
                  <a:pt x="2765425" y="576631"/>
                  <a:pt x="3009900" y="621081"/>
                </a:cubicBezTo>
                <a:cubicBezTo>
                  <a:pt x="3254375" y="665531"/>
                  <a:pt x="3503613" y="309931"/>
                  <a:pt x="3752850" y="268656"/>
                </a:cubicBezTo>
                <a:cubicBezTo>
                  <a:pt x="4002087" y="227381"/>
                  <a:pt x="4241800" y="406768"/>
                  <a:pt x="4505325" y="373431"/>
                </a:cubicBezTo>
                <a:cubicBezTo>
                  <a:pt x="4768850" y="340094"/>
                  <a:pt x="5065713" y="41644"/>
                  <a:pt x="5334000" y="68631"/>
                </a:cubicBezTo>
                <a:cubicBezTo>
                  <a:pt x="5602287" y="95618"/>
                  <a:pt x="5848350" y="508368"/>
                  <a:pt x="6115050" y="535356"/>
                </a:cubicBezTo>
                <a:cubicBezTo>
                  <a:pt x="6381750" y="562344"/>
                  <a:pt x="6661150" y="255956"/>
                  <a:pt x="6934200" y="230556"/>
                </a:cubicBezTo>
                <a:cubicBezTo>
                  <a:pt x="7207250" y="205156"/>
                  <a:pt x="7477125" y="398831"/>
                  <a:pt x="7753350" y="382956"/>
                </a:cubicBezTo>
                <a:cubicBezTo>
                  <a:pt x="8029575" y="367081"/>
                  <a:pt x="8312150" y="122606"/>
                  <a:pt x="8591550" y="135306"/>
                </a:cubicBezTo>
                <a:cubicBezTo>
                  <a:pt x="8870950" y="148006"/>
                  <a:pt x="9178925" y="430581"/>
                  <a:pt x="9429750" y="459156"/>
                </a:cubicBezTo>
                <a:cubicBezTo>
                  <a:pt x="9680575" y="487731"/>
                  <a:pt x="9957594" y="338506"/>
                  <a:pt x="10096500" y="306756"/>
                </a:cubicBezTo>
              </a:path>
            </a:pathLst>
          </a:custGeom>
          <a:ln w="33020" cap="flat" cmpd="sng" algn="ctr">
            <a:solidFill>
              <a:schemeClr val="accent4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连接符: 肘形 62">
            <a:extLst>
              <a:ext uri="{FF2B5EF4-FFF2-40B4-BE49-F238E27FC236}">
                <a16:creationId xmlns:a16="http://schemas.microsoft.com/office/drawing/2014/main" id="{2838092D-6CCB-9767-F216-D25216722C09}"/>
              </a:ext>
            </a:extLst>
          </p:cNvPr>
          <p:cNvCxnSpPr>
            <a:cxnSpLocks/>
            <a:endCxn id="323" idx="1"/>
          </p:cNvCxnSpPr>
          <p:nvPr/>
        </p:nvCxnSpPr>
        <p:spPr>
          <a:xfrm flipV="1">
            <a:off x="11369040" y="6549151"/>
            <a:ext cx="1089660" cy="589265"/>
          </a:xfrm>
          <a:prstGeom prst="bentConnector3">
            <a:avLst/>
          </a:prstGeom>
          <a:ln>
            <a:solidFill>
              <a:srgbClr val="34766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连接符: 肘形 450">
            <a:extLst>
              <a:ext uri="{FF2B5EF4-FFF2-40B4-BE49-F238E27FC236}">
                <a16:creationId xmlns:a16="http://schemas.microsoft.com/office/drawing/2014/main" id="{F13F826F-F661-E2E7-DA74-07B359DD245C}"/>
              </a:ext>
            </a:extLst>
          </p:cNvPr>
          <p:cNvCxnSpPr>
            <a:cxnSpLocks/>
            <a:endCxn id="329" idx="1"/>
          </p:cNvCxnSpPr>
          <p:nvPr/>
        </p:nvCxnSpPr>
        <p:spPr>
          <a:xfrm>
            <a:off x="11367135" y="7138035"/>
            <a:ext cx="1091565" cy="377191"/>
          </a:xfrm>
          <a:prstGeom prst="bentConnector3">
            <a:avLst/>
          </a:prstGeom>
          <a:ln>
            <a:solidFill>
              <a:srgbClr val="A65A5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椭圆 312">
            <a:extLst>
              <a:ext uri="{FF2B5EF4-FFF2-40B4-BE49-F238E27FC236}">
                <a16:creationId xmlns:a16="http://schemas.microsoft.com/office/drawing/2014/main" id="{7DC89233-E044-4735-9AA1-891EBD93433B}"/>
              </a:ext>
            </a:extLst>
          </p:cNvPr>
          <p:cNvSpPr>
            <a:spLocks noGrp="1"/>
          </p:cNvSpPr>
          <p:nvPr/>
        </p:nvSpPr>
        <p:spPr>
          <a:xfrm>
            <a:off x="11284458" y="7018656"/>
            <a:ext cx="247650" cy="247650"/>
          </a:xfrm>
          <a:prstGeom prst="ellipse">
            <a:avLst/>
          </a:prstGeom>
          <a:solidFill>
            <a:srgbClr val="203746"/>
          </a:solidFill>
          <a:ln w="14288">
            <a:solidFill>
              <a:srgbClr val="FFFFFF"/>
            </a:solidFill>
            <a:prstDash val="solid"/>
          </a:ln>
        </p:spPr>
      </p:sp>
      <p:sp>
        <p:nvSpPr>
          <p:cNvPr id="314" name="椭圆 313">
            <a:extLst>
              <a:ext uri="{FF2B5EF4-FFF2-40B4-BE49-F238E27FC236}">
                <a16:creationId xmlns:a16="http://schemas.microsoft.com/office/drawing/2014/main" id="{A495C460-DA47-4537-BB12-D6A13F690BEC}"/>
              </a:ext>
            </a:extLst>
          </p:cNvPr>
          <p:cNvSpPr>
            <a:spLocks noGrp="1"/>
          </p:cNvSpPr>
          <p:nvPr/>
        </p:nvSpPr>
        <p:spPr>
          <a:xfrm>
            <a:off x="11371326" y="7102603"/>
            <a:ext cx="76200" cy="76200"/>
          </a:xfrm>
          <a:prstGeom prst="ellipse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8" name="recommended_temporal_trace">
            <a:extLst>
              <a:ext uri="{FF2B5EF4-FFF2-40B4-BE49-F238E27FC236}">
                <a16:creationId xmlns:a16="http://schemas.microsoft.com/office/drawing/2014/main" id="{26A84019-9AD2-E429-03BB-061E2E22D04F}"/>
              </a:ext>
            </a:extLst>
          </p:cNvPr>
          <p:cNvSpPr/>
          <p:nvPr/>
        </p:nvSpPr>
        <p:spPr>
          <a:xfrm>
            <a:off x="1046117" y="7493185"/>
            <a:ext cx="1318805" cy="295275"/>
          </a:xfrm>
          <a:custGeom>
            <a:avLst/>
            <a:gdLst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  <a:gd name="csX0" fmla="*/ 0 w 10096500"/>
              <a:gd name="csY0" fmla="*/ 373431 h 624917"/>
              <a:gd name="csX1" fmla="*/ 762000 w 10096500"/>
              <a:gd name="csY1" fmla="*/ 297231 h 624917"/>
              <a:gd name="csX2" fmla="*/ 1504950 w 10096500"/>
              <a:gd name="csY2" fmla="*/ 421056 h 624917"/>
              <a:gd name="csX3" fmla="*/ 2286000 w 10096500"/>
              <a:gd name="csY3" fmla="*/ 1956 h 624917"/>
              <a:gd name="csX4" fmla="*/ 3009900 w 10096500"/>
              <a:gd name="csY4" fmla="*/ 621081 h 624917"/>
              <a:gd name="csX5" fmla="*/ 3752850 w 10096500"/>
              <a:gd name="csY5" fmla="*/ 268656 h 624917"/>
              <a:gd name="csX6" fmla="*/ 4505325 w 10096500"/>
              <a:gd name="csY6" fmla="*/ 373431 h 624917"/>
              <a:gd name="csX7" fmla="*/ 5334000 w 10096500"/>
              <a:gd name="csY7" fmla="*/ 68631 h 624917"/>
              <a:gd name="csX8" fmla="*/ 6115050 w 10096500"/>
              <a:gd name="csY8" fmla="*/ 535356 h 624917"/>
              <a:gd name="csX9" fmla="*/ 6934200 w 10096500"/>
              <a:gd name="csY9" fmla="*/ 230556 h 624917"/>
              <a:gd name="csX10" fmla="*/ 7753350 w 10096500"/>
              <a:gd name="csY10" fmla="*/ 382956 h 624917"/>
              <a:gd name="csX11" fmla="*/ 8591550 w 10096500"/>
              <a:gd name="csY11" fmla="*/ 135306 h 624917"/>
              <a:gd name="csX12" fmla="*/ 9429750 w 10096500"/>
              <a:gd name="csY12" fmla="*/ 459156 h 624917"/>
              <a:gd name="csX13" fmla="*/ 10096500 w 10096500"/>
              <a:gd name="csY13" fmla="*/ 306756 h 6249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0096500" h="624917">
                <a:moveTo>
                  <a:pt x="0" y="373431"/>
                </a:moveTo>
                <a:cubicBezTo>
                  <a:pt x="127000" y="360731"/>
                  <a:pt x="511175" y="289294"/>
                  <a:pt x="762000" y="297231"/>
                </a:cubicBezTo>
                <a:cubicBezTo>
                  <a:pt x="1012825" y="305168"/>
                  <a:pt x="1250950" y="470269"/>
                  <a:pt x="1504950" y="421056"/>
                </a:cubicBezTo>
                <a:cubicBezTo>
                  <a:pt x="1758950" y="371843"/>
                  <a:pt x="2035175" y="-31381"/>
                  <a:pt x="2286000" y="1956"/>
                </a:cubicBezTo>
                <a:cubicBezTo>
                  <a:pt x="2536825" y="35293"/>
                  <a:pt x="2765425" y="576631"/>
                  <a:pt x="3009900" y="621081"/>
                </a:cubicBezTo>
                <a:cubicBezTo>
                  <a:pt x="3254375" y="665531"/>
                  <a:pt x="3503613" y="309931"/>
                  <a:pt x="3752850" y="268656"/>
                </a:cubicBezTo>
                <a:cubicBezTo>
                  <a:pt x="4002087" y="227381"/>
                  <a:pt x="4241800" y="406768"/>
                  <a:pt x="4505325" y="373431"/>
                </a:cubicBezTo>
                <a:cubicBezTo>
                  <a:pt x="4768850" y="340094"/>
                  <a:pt x="5065713" y="41644"/>
                  <a:pt x="5334000" y="68631"/>
                </a:cubicBezTo>
                <a:cubicBezTo>
                  <a:pt x="5602287" y="95618"/>
                  <a:pt x="5848350" y="508368"/>
                  <a:pt x="6115050" y="535356"/>
                </a:cubicBezTo>
                <a:cubicBezTo>
                  <a:pt x="6381750" y="562344"/>
                  <a:pt x="6661150" y="255956"/>
                  <a:pt x="6934200" y="230556"/>
                </a:cubicBezTo>
                <a:cubicBezTo>
                  <a:pt x="7207250" y="205156"/>
                  <a:pt x="7477125" y="398831"/>
                  <a:pt x="7753350" y="382956"/>
                </a:cubicBezTo>
                <a:cubicBezTo>
                  <a:pt x="8029575" y="367081"/>
                  <a:pt x="8312150" y="122606"/>
                  <a:pt x="8591550" y="135306"/>
                </a:cubicBezTo>
                <a:cubicBezTo>
                  <a:pt x="8870950" y="148006"/>
                  <a:pt x="9178925" y="430581"/>
                  <a:pt x="9429750" y="459156"/>
                </a:cubicBezTo>
                <a:cubicBezTo>
                  <a:pt x="9680575" y="487731"/>
                  <a:pt x="9957594" y="338506"/>
                  <a:pt x="10096500" y="306756"/>
                </a:cubicBezTo>
              </a:path>
            </a:pathLst>
          </a:custGeom>
          <a:ln w="33020" cap="flat" cmpd="sng" algn="ctr">
            <a:solidFill>
              <a:srgbClr val="4F7FA8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73838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33020" cap="flat" cmpd="sng" algn="ctr">
          <a:solidFill>
            <a:srgbClr val="4F7FA8"/>
          </a:solidFill>
          <a:prstDash val="solid"/>
          <a:round/>
          <a:headEnd type="none" w="med" len="med"/>
          <a:tailEnd type="none" w="med" len="med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317</Words>
  <Application>Microsoft Office PowerPoint</Application>
  <DocSecurity>0</DocSecurity>
  <PresentationFormat>自定义</PresentationFormat>
  <Paragraphs>84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Yuhui Wu</cp:lastModifiedBy>
  <cp:revision>63</cp:revision>
  <dcterms:created xsi:type="dcterms:W3CDTF">2026-07-28T03:55:22Z</dcterms:created>
  <dcterms:modified xsi:type="dcterms:W3CDTF">2026-08-08T04:48:05Z</dcterms:modified>
</cp:coreProperties>
</file>